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70" r:id="rId3"/>
    <p:sldId id="258" r:id="rId4"/>
    <p:sldId id="265" r:id="rId5"/>
    <p:sldId id="262" r:id="rId6"/>
    <p:sldId id="257" r:id="rId7"/>
    <p:sldId id="261" r:id="rId8"/>
    <p:sldId id="263" r:id="rId9"/>
    <p:sldId id="268" r:id="rId10"/>
    <p:sldId id="264" r:id="rId11"/>
    <p:sldId id="269" r:id="rId12"/>
    <p:sldId id="266" r:id="rId13"/>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791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1985" dt="2026-09-18T07:45:37.424"/>
    <p1510:client id="{16DC660B-3A31-8FD4-3E29-6095472969D3}" v="33" dt="2026-09-18T07:25:47.190"/>
    <p1510:client id="{690D761C-98F9-CFB4-E518-75CCBC465A97}" v="54" dt="2026-09-18T05:28:46.238"/>
    <p1510:client id="{EF621AFD-88F8-BC63-1796-904C863FB762}" v="65" dt="2026-09-18T06:01:11.560"/>
    <p1510:client id="{F19C0075-E07A-F2B8-0A35-D4A504470E0B}" v="355" dt="2026-09-18T07:02:52.897"/>
  </p1510:revLst>
</p1510:revInfo>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5" Type="http://schemas.openxmlformats.org/officeDocument/2006/relationships/image" Target="../media/image13.svg"/><Relationship Id="rId4" Type="http://schemas.openxmlformats.org/officeDocument/2006/relationships/image" Target="../media/image12.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 Id="rId5" Type="http://schemas.openxmlformats.org/officeDocument/2006/relationships/image" Target="../media/image13.svg"/><Relationship Id="rId4"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4D68BD7-20A5-46A3-82E3-668F3898D926}" type="doc">
      <dgm:prSet loTypeId="urn:microsoft.com/office/officeart/2005/8/layout/vList3" loCatId="list" qsTypeId="urn:microsoft.com/office/officeart/2005/8/quickstyle/simple1#1" qsCatId="simple" csTypeId="urn:microsoft.com/office/officeart/2005/8/colors/accent1_2#1" csCatId="accent1" phldr="1"/>
      <dgm:spPr/>
      <dgm:t>
        <a:bodyPr/>
        <a:lstStyle/>
        <a:p>
          <a:pPr latinLnBrk="1"/>
          <a:endParaRPr lang="ko-KR" altLang="en-US"/>
        </a:p>
      </dgm:t>
    </dgm:pt>
    <dgm:pt modelId="{F7A5B2D1-3E41-49AE-9F3F-905EE355CEF6}">
      <dgm:prSet phldrT="[Texto]" phldr="0"/>
      <dgm:spPr/>
      <dgm:t>
        <a:bodyPr/>
        <a:lstStyle/>
        <a:p>
          <a:pPr latinLnBrk="1"/>
          <a:r>
            <a:rPr lang="en-US" altLang="ko-KR"/>
            <a:t>Tayler Guilherme:</a:t>
          </a:r>
          <a:r>
            <a:rPr lang="ko-KR" b="0" i="0" err="1"/>
            <a:t>Desenvolvedor</a:t>
          </a:r>
          <a:r>
            <a:rPr lang="ko-KR" b="0" i="0"/>
            <a:t> </a:t>
          </a:r>
          <a:r>
            <a:rPr lang="ko-KR" b="0" i="0" err="1"/>
            <a:t>Líder</a:t>
          </a:r>
          <a:endParaRPr lang="ko-KR" altLang="en-US"/>
        </a:p>
      </dgm:t>
    </dgm:pt>
    <dgm:pt modelId="{B7B16B51-8F84-4073-A6E3-817359DA9197}" type="parTrans" cxnId="{40BB5BE1-2BCA-4F7F-AD08-09DEE663E5D2}">
      <dgm:prSet/>
      <dgm:spPr/>
      <dgm:t>
        <a:bodyPr/>
        <a:lstStyle/>
        <a:p>
          <a:pPr latinLnBrk="1"/>
          <a:endParaRPr lang="ko-KR" altLang="en-US"/>
        </a:p>
      </dgm:t>
    </dgm:pt>
    <dgm:pt modelId="{87E23A92-68F1-4B2E-A803-834546942394}" type="sibTrans" cxnId="{40BB5BE1-2BCA-4F7F-AD08-09DEE663E5D2}">
      <dgm:prSet/>
      <dgm:spPr/>
      <dgm:t>
        <a:bodyPr/>
        <a:lstStyle/>
        <a:p>
          <a:pPr latinLnBrk="1"/>
          <a:endParaRPr lang="ko-KR" altLang="en-US"/>
        </a:p>
      </dgm:t>
    </dgm:pt>
    <dgm:pt modelId="{414D1835-61F3-429D-A46D-09F0704347A7}">
      <dgm:prSet phldrT="[Texto]"/>
      <dgm:spPr/>
      <dgm:t>
        <a:bodyPr/>
        <a:lstStyle/>
        <a:p>
          <a:pPr latinLnBrk="1">
            <a:buNone/>
          </a:pPr>
          <a:r>
            <a:rPr lang="ko-KR" err="1"/>
            <a:t>Alan</a:t>
          </a:r>
          <a:r>
            <a:rPr lang="ko-KR"/>
            <a:t> </a:t>
          </a:r>
          <a:r>
            <a:rPr lang="ko-KR" err="1"/>
            <a:t>Miranda</a:t>
          </a:r>
          <a:r>
            <a:rPr lang="en-US" altLang="ko-KR"/>
            <a:t>:</a:t>
          </a:r>
          <a:r>
            <a:rPr lang="ko-KR" err="1"/>
            <a:t>Product</a:t>
          </a:r>
          <a:r>
            <a:rPr lang="ko-KR"/>
            <a:t> </a:t>
          </a:r>
          <a:r>
            <a:rPr lang="ko-KR" err="1"/>
            <a:t>Owner</a:t>
          </a:r>
          <a:r>
            <a:rPr lang="ko-KR"/>
            <a:t> / </a:t>
          </a:r>
          <a:r>
            <a:rPr lang="ko-KR" err="1"/>
            <a:t>Documentação</a:t>
          </a:r>
          <a:endParaRPr lang="ko-KR" altLang="en-US"/>
        </a:p>
      </dgm:t>
    </dgm:pt>
    <dgm:pt modelId="{038F1A7D-B9E9-4042-A687-7A5B6EE8C6A8}" type="parTrans" cxnId="{961E0ED8-96F9-4466-BA74-0FD06E68A0DA}">
      <dgm:prSet/>
      <dgm:spPr/>
      <dgm:t>
        <a:bodyPr/>
        <a:lstStyle/>
        <a:p>
          <a:pPr latinLnBrk="1"/>
          <a:endParaRPr lang="ko-KR" altLang="en-US"/>
        </a:p>
      </dgm:t>
    </dgm:pt>
    <dgm:pt modelId="{08FA8AA4-B9FB-4B75-B94A-9EC2B59339B7}" type="sibTrans" cxnId="{961E0ED8-96F9-4466-BA74-0FD06E68A0DA}">
      <dgm:prSet/>
      <dgm:spPr/>
      <dgm:t>
        <a:bodyPr/>
        <a:lstStyle/>
        <a:p>
          <a:pPr latinLnBrk="1"/>
          <a:endParaRPr lang="ko-KR" altLang="en-US"/>
        </a:p>
      </dgm:t>
    </dgm:pt>
    <dgm:pt modelId="{38854D2D-DF23-49EF-8324-F066C789A0A6}">
      <dgm:prSet phldrT="[Texto]"/>
      <dgm:spPr/>
      <dgm:t>
        <a:bodyPr/>
        <a:lstStyle/>
        <a:p>
          <a:pPr latinLnBrk="1">
            <a:buNone/>
          </a:pPr>
          <a:r>
            <a:rPr lang="ko-KR" err="1"/>
            <a:t>Carlos</a:t>
          </a:r>
          <a:r>
            <a:rPr lang="ko-KR"/>
            <a:t> </a:t>
          </a:r>
          <a:r>
            <a:rPr lang="ko-KR" err="1"/>
            <a:t>Henrique</a:t>
          </a:r>
          <a:r>
            <a:rPr lang="en-US" altLang="ko-KR"/>
            <a:t>:</a:t>
          </a:r>
          <a:r>
            <a:rPr lang="ko-KR" err="1"/>
            <a:t>Engenheiro</a:t>
          </a:r>
          <a:r>
            <a:rPr lang="ko-KR"/>
            <a:t> </a:t>
          </a:r>
          <a:r>
            <a:rPr lang="ko-KR" err="1"/>
            <a:t>de</a:t>
          </a:r>
          <a:r>
            <a:rPr lang="ko-KR"/>
            <a:t> </a:t>
          </a:r>
          <a:r>
            <a:rPr lang="ko-KR" err="1"/>
            <a:t>Integração</a:t>
          </a:r>
          <a:r>
            <a:rPr lang="ko-KR"/>
            <a:t>/</a:t>
          </a:r>
          <a:r>
            <a:rPr lang="ko-KR" err="1"/>
            <a:t>DevOps</a:t>
          </a:r>
          <a:endParaRPr lang="ko-KR" altLang="en-US"/>
        </a:p>
      </dgm:t>
    </dgm:pt>
    <dgm:pt modelId="{B8BAC662-AB41-49B4-90EA-621528AECABA}" type="parTrans" cxnId="{841E9F21-AF7A-401D-BDB0-117271F0321D}">
      <dgm:prSet/>
      <dgm:spPr/>
      <dgm:t>
        <a:bodyPr/>
        <a:lstStyle/>
        <a:p>
          <a:pPr latinLnBrk="1"/>
          <a:endParaRPr lang="ko-KR" altLang="en-US"/>
        </a:p>
      </dgm:t>
    </dgm:pt>
    <dgm:pt modelId="{D2CD85A2-BD2F-4842-A260-9C5FD9EA7267}" type="sibTrans" cxnId="{841E9F21-AF7A-401D-BDB0-117271F0321D}">
      <dgm:prSet/>
      <dgm:spPr/>
      <dgm:t>
        <a:bodyPr/>
        <a:lstStyle/>
        <a:p>
          <a:pPr latinLnBrk="1"/>
          <a:endParaRPr lang="ko-KR" altLang="en-US"/>
        </a:p>
      </dgm:t>
    </dgm:pt>
    <dgm:pt modelId="{852BCF47-97C2-48BA-8F95-B106AFBBA180}">
      <dgm:prSet phldrT="[Texto]" phldr="0"/>
      <dgm:spPr/>
      <dgm:t>
        <a:bodyPr/>
        <a:lstStyle/>
        <a:p>
          <a:pPr latinLnBrk="1">
            <a:buNone/>
          </a:pPr>
          <a:r>
            <a:rPr lang="ko-KR" err="1"/>
            <a:t>Jose</a:t>
          </a:r>
          <a:r>
            <a:rPr lang="ko-KR"/>
            <a:t> </a:t>
          </a:r>
          <a:r>
            <a:rPr lang="ko-KR" err="1"/>
            <a:t>Trindade</a:t>
          </a:r>
          <a:r>
            <a:rPr lang="en-US" altLang="ko-KR"/>
            <a:t>:</a:t>
          </a:r>
          <a:r>
            <a:rPr lang="ko-KR" err="1"/>
            <a:t>Designer</a:t>
          </a:r>
          <a:r>
            <a:rPr lang="ko-KR"/>
            <a:t> </a:t>
          </a:r>
          <a:r>
            <a:rPr lang="ko-KR" err="1"/>
            <a:t>de</a:t>
          </a:r>
          <a:r>
            <a:rPr lang="ko-KR"/>
            <a:t> Assets </a:t>
          </a:r>
          <a:r>
            <a:rPr lang="ko-KR" err="1"/>
            <a:t>e</a:t>
          </a:r>
          <a:r>
            <a:rPr lang="ko-KR"/>
            <a:t> </a:t>
          </a:r>
          <a:r>
            <a:rPr lang="ko-KR" err="1"/>
            <a:t>Level</a:t>
          </a:r>
          <a:r>
            <a:rPr lang="ko-KR"/>
            <a:t> </a:t>
          </a:r>
          <a:r>
            <a:rPr lang="ko-KR" err="1"/>
            <a:t>Design</a:t>
          </a:r>
          <a:endParaRPr lang="ko-KR" altLang="en-US"/>
        </a:p>
      </dgm:t>
    </dgm:pt>
    <dgm:pt modelId="{BF4B1968-B608-48B3-8F8B-3B5E09911E9D}" type="parTrans" cxnId="{D1616189-752E-4388-A791-698585C4CEED}">
      <dgm:prSet/>
      <dgm:spPr/>
      <dgm:t>
        <a:bodyPr/>
        <a:lstStyle/>
        <a:p>
          <a:pPr latinLnBrk="1"/>
          <a:endParaRPr lang="ko-KR" altLang="en-US"/>
        </a:p>
      </dgm:t>
    </dgm:pt>
    <dgm:pt modelId="{4E081C2B-003A-4FF4-BEE4-4897822D65D4}" type="sibTrans" cxnId="{D1616189-752E-4388-A791-698585C4CEED}">
      <dgm:prSet/>
      <dgm:spPr/>
      <dgm:t>
        <a:bodyPr/>
        <a:lstStyle/>
        <a:p>
          <a:pPr latinLnBrk="1"/>
          <a:endParaRPr lang="ko-KR" altLang="en-US"/>
        </a:p>
      </dgm:t>
    </dgm:pt>
    <dgm:pt modelId="{8E44346F-7AFC-47E5-9CA9-FBD618C50964}">
      <dgm:prSet phldrT="[Texto]" phldr="0"/>
      <dgm:spPr/>
      <dgm:t>
        <a:bodyPr/>
        <a:lstStyle/>
        <a:p>
          <a:pPr latinLnBrk="1">
            <a:buNone/>
          </a:pPr>
          <a:r>
            <a:rPr lang="ko-KR" err="1"/>
            <a:t>Francoar</a:t>
          </a:r>
          <a:r>
            <a:rPr lang="ko-KR"/>
            <a:t> </a:t>
          </a:r>
          <a:r>
            <a:rPr lang="ko-KR" err="1"/>
            <a:t>Henrique</a:t>
          </a:r>
          <a:r>
            <a:rPr lang="en-US" altLang="ko-KR"/>
            <a:t>:</a:t>
          </a:r>
          <a:r>
            <a:rPr lang="ko-KR" err="1"/>
            <a:t>Engenheiro</a:t>
          </a:r>
          <a:r>
            <a:rPr lang="ko-KR"/>
            <a:t> </a:t>
          </a:r>
          <a:r>
            <a:rPr lang="ko-KR" err="1"/>
            <a:t>de</a:t>
          </a:r>
          <a:r>
            <a:rPr lang="ko-KR"/>
            <a:t> </a:t>
          </a:r>
          <a:r>
            <a:rPr lang="ko-KR" err="1"/>
            <a:t>Gameplay</a:t>
          </a:r>
          <a:r>
            <a:rPr lang="ko-KR"/>
            <a:t> </a:t>
          </a:r>
          <a:r>
            <a:rPr lang="ko-KR" err="1"/>
            <a:t>e</a:t>
          </a:r>
          <a:r>
            <a:rPr lang="ko-KR"/>
            <a:t> QA</a:t>
          </a:r>
          <a:endParaRPr lang="ko-KR" altLang="en-US"/>
        </a:p>
      </dgm:t>
    </dgm:pt>
    <dgm:pt modelId="{8BEEC301-0486-4328-A779-BB4C3E630BB6}" type="parTrans" cxnId="{8049798A-B429-46BA-9D35-2ED121BFC8CE}">
      <dgm:prSet/>
      <dgm:spPr/>
      <dgm:t>
        <a:bodyPr/>
        <a:lstStyle/>
        <a:p>
          <a:pPr latinLnBrk="1"/>
          <a:endParaRPr lang="ko-KR" altLang="en-US"/>
        </a:p>
      </dgm:t>
    </dgm:pt>
    <dgm:pt modelId="{467CFEC6-607D-4B3D-860F-5AE99AB4B3E4}" type="sibTrans" cxnId="{8049798A-B429-46BA-9D35-2ED121BFC8CE}">
      <dgm:prSet/>
      <dgm:spPr/>
      <dgm:t>
        <a:bodyPr/>
        <a:lstStyle/>
        <a:p>
          <a:pPr latinLnBrk="1"/>
          <a:endParaRPr lang="ko-KR" altLang="en-US"/>
        </a:p>
      </dgm:t>
    </dgm:pt>
    <dgm:pt modelId="{360D4969-A3BE-4CCE-89D0-199569DA6FD7}" type="pres">
      <dgm:prSet presAssocID="{04D68BD7-20A5-46A3-82E3-668F3898D926}" presName="linearFlow" presStyleCnt="0">
        <dgm:presLayoutVars>
          <dgm:dir/>
          <dgm:resizeHandles val="exact"/>
        </dgm:presLayoutVars>
      </dgm:prSet>
      <dgm:spPr/>
    </dgm:pt>
    <dgm:pt modelId="{060935DD-1723-4403-BEFE-04C6C5AB3B38}" type="pres">
      <dgm:prSet presAssocID="{F7A5B2D1-3E41-49AE-9F3F-905EE355CEF6}" presName="composite" presStyleCnt="0"/>
      <dgm:spPr/>
    </dgm:pt>
    <dgm:pt modelId="{0DDE7CDB-6817-40B8-A62D-FA23402632B2}" type="pres">
      <dgm:prSet presAssocID="{F7A5B2D1-3E41-49AE-9F3F-905EE355CEF6}" presName="imgShp" presStyleLbl="fgImgPlace1" presStyleIdx="0" presStyleCnt="5"/>
      <dgm:spPr/>
    </dgm:pt>
    <dgm:pt modelId="{7493C049-3DAB-4ED8-9319-7F7D6CFDF711}" type="pres">
      <dgm:prSet presAssocID="{F7A5B2D1-3E41-49AE-9F3F-905EE355CEF6}" presName="txShp" presStyleLbl="node1" presStyleIdx="0" presStyleCnt="5">
        <dgm:presLayoutVars>
          <dgm:bulletEnabled val="1"/>
        </dgm:presLayoutVars>
      </dgm:prSet>
      <dgm:spPr/>
    </dgm:pt>
    <dgm:pt modelId="{C7925B89-B388-4ADF-AF6E-A61C82AA53FE}" type="pres">
      <dgm:prSet presAssocID="{87E23A92-68F1-4B2E-A803-834546942394}" presName="spacing" presStyleCnt="0"/>
      <dgm:spPr/>
    </dgm:pt>
    <dgm:pt modelId="{BBE23051-4FC7-4E57-8ABB-CA3E512A28E2}" type="pres">
      <dgm:prSet presAssocID="{8E44346F-7AFC-47E5-9CA9-FBD618C50964}" presName="composite" presStyleCnt="0"/>
      <dgm:spPr/>
    </dgm:pt>
    <dgm:pt modelId="{BEE5BAD9-36EA-40AE-A8AD-3744A594BCD6}" type="pres">
      <dgm:prSet presAssocID="{8E44346F-7AFC-47E5-9CA9-FBD618C50964}" presName="imgShp" presStyleLbl="fgImgPlace1" presStyleIdx="1" presStyleCnt="5"/>
      <dgm:spPr/>
    </dgm:pt>
    <dgm:pt modelId="{9114A632-2FD8-46E0-B617-8C3BE6EC06A4}" type="pres">
      <dgm:prSet presAssocID="{8E44346F-7AFC-47E5-9CA9-FBD618C50964}" presName="txShp" presStyleLbl="node1" presStyleIdx="1" presStyleCnt="5">
        <dgm:presLayoutVars>
          <dgm:bulletEnabled val="1"/>
        </dgm:presLayoutVars>
      </dgm:prSet>
      <dgm:spPr/>
    </dgm:pt>
    <dgm:pt modelId="{FB9DEA55-0195-46E9-9B54-3E8FC0EF0A8B}" type="pres">
      <dgm:prSet presAssocID="{467CFEC6-607D-4B3D-860F-5AE99AB4B3E4}" presName="spacing" presStyleCnt="0"/>
      <dgm:spPr/>
    </dgm:pt>
    <dgm:pt modelId="{96588BEA-4805-4626-8A83-59B0513BCB09}" type="pres">
      <dgm:prSet presAssocID="{852BCF47-97C2-48BA-8F95-B106AFBBA180}" presName="composite" presStyleCnt="0"/>
      <dgm:spPr/>
    </dgm:pt>
    <dgm:pt modelId="{CCFD769D-0DFC-49B8-BD02-7C5D204C8A0D}" type="pres">
      <dgm:prSet presAssocID="{852BCF47-97C2-48BA-8F95-B106AFBBA180}" presName="imgShp" presStyleLbl="fgImgPlace1" presStyleIdx="2" presStyleCnt="5"/>
      <dgm:spPr/>
    </dgm:pt>
    <dgm:pt modelId="{0190A0FA-4AFD-4276-9CCC-D47DFA4CA3FA}" type="pres">
      <dgm:prSet presAssocID="{852BCF47-97C2-48BA-8F95-B106AFBBA180}" presName="txShp" presStyleLbl="node1" presStyleIdx="2" presStyleCnt="5">
        <dgm:presLayoutVars>
          <dgm:bulletEnabled val="1"/>
        </dgm:presLayoutVars>
      </dgm:prSet>
      <dgm:spPr/>
    </dgm:pt>
    <dgm:pt modelId="{D886EF03-8CFD-43E5-886F-25F80BCFD196}" type="pres">
      <dgm:prSet presAssocID="{4E081C2B-003A-4FF4-BEE4-4897822D65D4}" presName="spacing" presStyleCnt="0"/>
      <dgm:spPr/>
    </dgm:pt>
    <dgm:pt modelId="{297E9B21-C4D6-4D32-B357-77C3CF3A36ED}" type="pres">
      <dgm:prSet presAssocID="{414D1835-61F3-429D-A46D-09F0704347A7}" presName="composite" presStyleCnt="0"/>
      <dgm:spPr/>
    </dgm:pt>
    <dgm:pt modelId="{070D35E1-A0DD-4833-9DEA-F70BE421EA4D}" type="pres">
      <dgm:prSet presAssocID="{414D1835-61F3-429D-A46D-09F0704347A7}" presName="imgShp" presStyleLbl="fgImgPlace1" presStyleIdx="3" presStyleCnt="5"/>
      <dgm:spPr/>
    </dgm:pt>
    <dgm:pt modelId="{BD87E962-CAD9-4B28-8812-56EEC0DE7B70}" type="pres">
      <dgm:prSet presAssocID="{414D1835-61F3-429D-A46D-09F0704347A7}" presName="txShp" presStyleLbl="node1" presStyleIdx="3" presStyleCnt="5">
        <dgm:presLayoutVars>
          <dgm:bulletEnabled val="1"/>
        </dgm:presLayoutVars>
      </dgm:prSet>
      <dgm:spPr/>
    </dgm:pt>
    <dgm:pt modelId="{AA786F70-99B9-4E91-BB95-9FD6F09C9D5D}" type="pres">
      <dgm:prSet presAssocID="{08FA8AA4-B9FB-4B75-B94A-9EC2B59339B7}" presName="spacing" presStyleCnt="0"/>
      <dgm:spPr/>
    </dgm:pt>
    <dgm:pt modelId="{D70009E6-7833-4273-B94C-86B3D6B40803}" type="pres">
      <dgm:prSet presAssocID="{38854D2D-DF23-49EF-8324-F066C789A0A6}" presName="composite" presStyleCnt="0"/>
      <dgm:spPr/>
    </dgm:pt>
    <dgm:pt modelId="{3A4045A6-D307-4329-BB1C-3B875F1C95D1}" type="pres">
      <dgm:prSet presAssocID="{38854D2D-DF23-49EF-8324-F066C789A0A6}" presName="imgShp" presStyleLbl="fgImgPlace1" presStyleIdx="4" presStyleCnt="5"/>
      <dgm:spPr/>
    </dgm:pt>
    <dgm:pt modelId="{A50EA8F0-BFBC-4AFD-917A-8BEF53005724}" type="pres">
      <dgm:prSet presAssocID="{38854D2D-DF23-49EF-8324-F066C789A0A6}" presName="txShp" presStyleLbl="node1" presStyleIdx="4" presStyleCnt="5">
        <dgm:presLayoutVars>
          <dgm:bulletEnabled val="1"/>
        </dgm:presLayoutVars>
      </dgm:prSet>
      <dgm:spPr/>
    </dgm:pt>
  </dgm:ptLst>
  <dgm:cxnLst>
    <dgm:cxn modelId="{40327E20-09DB-4927-AE3A-4B8B4ED486AC}" type="presOf" srcId="{38854D2D-DF23-49EF-8324-F066C789A0A6}" destId="{A50EA8F0-BFBC-4AFD-917A-8BEF53005724}" srcOrd="0" destOrd="0" presId="urn:microsoft.com/office/officeart/2005/8/layout/vList3"/>
    <dgm:cxn modelId="{841E9F21-AF7A-401D-BDB0-117271F0321D}" srcId="{04D68BD7-20A5-46A3-82E3-668F3898D926}" destId="{38854D2D-DF23-49EF-8324-F066C789A0A6}" srcOrd="4" destOrd="0" parTransId="{B8BAC662-AB41-49B4-90EA-621528AECABA}" sibTransId="{D2CD85A2-BD2F-4842-A260-9C5FD9EA7267}"/>
    <dgm:cxn modelId="{50C0C522-1970-4AC6-B2B2-41BDE5F033FD}" type="presOf" srcId="{852BCF47-97C2-48BA-8F95-B106AFBBA180}" destId="{0190A0FA-4AFD-4276-9CCC-D47DFA4CA3FA}" srcOrd="0" destOrd="0" presId="urn:microsoft.com/office/officeart/2005/8/layout/vList3"/>
    <dgm:cxn modelId="{D1616189-752E-4388-A791-698585C4CEED}" srcId="{04D68BD7-20A5-46A3-82E3-668F3898D926}" destId="{852BCF47-97C2-48BA-8F95-B106AFBBA180}" srcOrd="2" destOrd="0" parTransId="{BF4B1968-B608-48B3-8F8B-3B5E09911E9D}" sibTransId="{4E081C2B-003A-4FF4-BEE4-4897822D65D4}"/>
    <dgm:cxn modelId="{8049798A-B429-46BA-9D35-2ED121BFC8CE}" srcId="{04D68BD7-20A5-46A3-82E3-668F3898D926}" destId="{8E44346F-7AFC-47E5-9CA9-FBD618C50964}" srcOrd="1" destOrd="0" parTransId="{8BEEC301-0486-4328-A779-BB4C3E630BB6}" sibTransId="{467CFEC6-607D-4B3D-860F-5AE99AB4B3E4}"/>
    <dgm:cxn modelId="{F916699C-E7E5-4FAB-90DA-CBAEB6962E88}" type="presOf" srcId="{414D1835-61F3-429D-A46D-09F0704347A7}" destId="{BD87E962-CAD9-4B28-8812-56EEC0DE7B70}" srcOrd="0" destOrd="0" presId="urn:microsoft.com/office/officeart/2005/8/layout/vList3"/>
    <dgm:cxn modelId="{7241809F-A478-4DAA-AAB5-C56479DE064E}" type="presOf" srcId="{8E44346F-7AFC-47E5-9CA9-FBD618C50964}" destId="{9114A632-2FD8-46E0-B617-8C3BE6EC06A4}" srcOrd="0" destOrd="0" presId="urn:microsoft.com/office/officeart/2005/8/layout/vList3"/>
    <dgm:cxn modelId="{EC9E46A9-D176-43E9-93B3-F2D023B832AD}" type="presOf" srcId="{F7A5B2D1-3E41-49AE-9F3F-905EE355CEF6}" destId="{7493C049-3DAB-4ED8-9319-7F7D6CFDF711}" srcOrd="0" destOrd="0" presId="urn:microsoft.com/office/officeart/2005/8/layout/vList3"/>
    <dgm:cxn modelId="{7ED640C0-6920-4F72-A5F0-DB9E7D8D7B4E}" type="presOf" srcId="{04D68BD7-20A5-46A3-82E3-668F3898D926}" destId="{360D4969-A3BE-4CCE-89D0-199569DA6FD7}" srcOrd="0" destOrd="0" presId="urn:microsoft.com/office/officeart/2005/8/layout/vList3"/>
    <dgm:cxn modelId="{961E0ED8-96F9-4466-BA74-0FD06E68A0DA}" srcId="{04D68BD7-20A5-46A3-82E3-668F3898D926}" destId="{414D1835-61F3-429D-A46D-09F0704347A7}" srcOrd="3" destOrd="0" parTransId="{038F1A7D-B9E9-4042-A687-7A5B6EE8C6A8}" sibTransId="{08FA8AA4-B9FB-4B75-B94A-9EC2B59339B7}"/>
    <dgm:cxn modelId="{40BB5BE1-2BCA-4F7F-AD08-09DEE663E5D2}" srcId="{04D68BD7-20A5-46A3-82E3-668F3898D926}" destId="{F7A5B2D1-3E41-49AE-9F3F-905EE355CEF6}" srcOrd="0" destOrd="0" parTransId="{B7B16B51-8F84-4073-A6E3-817359DA9197}" sibTransId="{87E23A92-68F1-4B2E-A803-834546942394}"/>
    <dgm:cxn modelId="{0B43FD3A-287D-49E8-A654-406773328C01}" type="presParOf" srcId="{360D4969-A3BE-4CCE-89D0-199569DA6FD7}" destId="{060935DD-1723-4403-BEFE-04C6C5AB3B38}" srcOrd="0" destOrd="0" presId="urn:microsoft.com/office/officeart/2005/8/layout/vList3"/>
    <dgm:cxn modelId="{E871F25A-60DD-4CD5-87DE-5FCC197F6767}" type="presParOf" srcId="{060935DD-1723-4403-BEFE-04C6C5AB3B38}" destId="{0DDE7CDB-6817-40B8-A62D-FA23402632B2}" srcOrd="0" destOrd="0" presId="urn:microsoft.com/office/officeart/2005/8/layout/vList3"/>
    <dgm:cxn modelId="{64A0D667-F09E-4DEF-B374-02AAC81A6A5A}" type="presParOf" srcId="{060935DD-1723-4403-BEFE-04C6C5AB3B38}" destId="{7493C049-3DAB-4ED8-9319-7F7D6CFDF711}" srcOrd="1" destOrd="0" presId="urn:microsoft.com/office/officeart/2005/8/layout/vList3"/>
    <dgm:cxn modelId="{16E3FCAA-2C23-4739-9285-CC66F0218596}" type="presParOf" srcId="{360D4969-A3BE-4CCE-89D0-199569DA6FD7}" destId="{C7925B89-B388-4ADF-AF6E-A61C82AA53FE}" srcOrd="1" destOrd="0" presId="urn:microsoft.com/office/officeart/2005/8/layout/vList3"/>
    <dgm:cxn modelId="{77524688-F8DA-4252-9230-CD0CA113DC25}" type="presParOf" srcId="{360D4969-A3BE-4CCE-89D0-199569DA6FD7}" destId="{BBE23051-4FC7-4E57-8ABB-CA3E512A28E2}" srcOrd="2" destOrd="0" presId="urn:microsoft.com/office/officeart/2005/8/layout/vList3"/>
    <dgm:cxn modelId="{6EC291AE-CF95-4D60-B620-A4BCEBDEE178}" type="presParOf" srcId="{BBE23051-4FC7-4E57-8ABB-CA3E512A28E2}" destId="{BEE5BAD9-36EA-40AE-A8AD-3744A594BCD6}" srcOrd="0" destOrd="0" presId="urn:microsoft.com/office/officeart/2005/8/layout/vList3"/>
    <dgm:cxn modelId="{6E378F5B-AA98-46C4-8AF2-33E0DFD5BD29}" type="presParOf" srcId="{BBE23051-4FC7-4E57-8ABB-CA3E512A28E2}" destId="{9114A632-2FD8-46E0-B617-8C3BE6EC06A4}" srcOrd="1" destOrd="0" presId="urn:microsoft.com/office/officeart/2005/8/layout/vList3"/>
    <dgm:cxn modelId="{2E8D4EC9-901C-4404-A1A4-7BFC7EE71E9A}" type="presParOf" srcId="{360D4969-A3BE-4CCE-89D0-199569DA6FD7}" destId="{FB9DEA55-0195-46E9-9B54-3E8FC0EF0A8B}" srcOrd="3" destOrd="0" presId="urn:microsoft.com/office/officeart/2005/8/layout/vList3"/>
    <dgm:cxn modelId="{8709E746-8A20-462B-AC68-BFDC7A7289E0}" type="presParOf" srcId="{360D4969-A3BE-4CCE-89D0-199569DA6FD7}" destId="{96588BEA-4805-4626-8A83-59B0513BCB09}" srcOrd="4" destOrd="0" presId="urn:microsoft.com/office/officeart/2005/8/layout/vList3"/>
    <dgm:cxn modelId="{B35BF2E1-9EBE-4029-8506-E68EF74F2FF6}" type="presParOf" srcId="{96588BEA-4805-4626-8A83-59B0513BCB09}" destId="{CCFD769D-0DFC-49B8-BD02-7C5D204C8A0D}" srcOrd="0" destOrd="0" presId="urn:microsoft.com/office/officeart/2005/8/layout/vList3"/>
    <dgm:cxn modelId="{93680120-EE2C-45EA-80F9-253FCE4E44DF}" type="presParOf" srcId="{96588BEA-4805-4626-8A83-59B0513BCB09}" destId="{0190A0FA-4AFD-4276-9CCC-D47DFA4CA3FA}" srcOrd="1" destOrd="0" presId="urn:microsoft.com/office/officeart/2005/8/layout/vList3"/>
    <dgm:cxn modelId="{1BBFBBAC-A78A-442A-A2B6-A3AE807F5BBF}" type="presParOf" srcId="{360D4969-A3BE-4CCE-89D0-199569DA6FD7}" destId="{D886EF03-8CFD-43E5-886F-25F80BCFD196}" srcOrd="5" destOrd="0" presId="urn:microsoft.com/office/officeart/2005/8/layout/vList3"/>
    <dgm:cxn modelId="{FB3FECE0-DC3D-4E38-9AC6-F49B32193AFD}" type="presParOf" srcId="{360D4969-A3BE-4CCE-89D0-199569DA6FD7}" destId="{297E9B21-C4D6-4D32-B357-77C3CF3A36ED}" srcOrd="6" destOrd="0" presId="urn:microsoft.com/office/officeart/2005/8/layout/vList3"/>
    <dgm:cxn modelId="{4FDA114F-C7B2-4060-AF83-0A234EE86812}" type="presParOf" srcId="{297E9B21-C4D6-4D32-B357-77C3CF3A36ED}" destId="{070D35E1-A0DD-4833-9DEA-F70BE421EA4D}" srcOrd="0" destOrd="0" presId="urn:microsoft.com/office/officeart/2005/8/layout/vList3"/>
    <dgm:cxn modelId="{7EA0C592-77D1-4098-8486-237C3EF4DFA0}" type="presParOf" srcId="{297E9B21-C4D6-4D32-B357-77C3CF3A36ED}" destId="{BD87E962-CAD9-4B28-8812-56EEC0DE7B70}" srcOrd="1" destOrd="0" presId="urn:microsoft.com/office/officeart/2005/8/layout/vList3"/>
    <dgm:cxn modelId="{19CB89D6-E1DE-4AD1-AB31-67B442DF3844}" type="presParOf" srcId="{360D4969-A3BE-4CCE-89D0-199569DA6FD7}" destId="{AA786F70-99B9-4E91-BB95-9FD6F09C9D5D}" srcOrd="7" destOrd="0" presId="urn:microsoft.com/office/officeart/2005/8/layout/vList3"/>
    <dgm:cxn modelId="{6B9ADAA3-414C-48CF-8546-35F076F69975}" type="presParOf" srcId="{360D4969-A3BE-4CCE-89D0-199569DA6FD7}" destId="{D70009E6-7833-4273-B94C-86B3D6B40803}" srcOrd="8" destOrd="0" presId="urn:microsoft.com/office/officeart/2005/8/layout/vList3"/>
    <dgm:cxn modelId="{E8D68E9C-CC14-4276-8324-A6FC45A2A62E}" type="presParOf" srcId="{D70009E6-7833-4273-B94C-86B3D6B40803}" destId="{3A4045A6-D307-4329-BB1C-3B875F1C95D1}" srcOrd="0" destOrd="0" presId="urn:microsoft.com/office/officeart/2005/8/layout/vList3"/>
    <dgm:cxn modelId="{BDC2E85D-27B1-4B72-8F9D-DA8AB1B64DBA}" type="presParOf" srcId="{D70009E6-7833-4273-B94C-86B3D6B40803}" destId="{A50EA8F0-BFBC-4AFD-917A-8BEF53005724}"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0418A0F-13FA-4DD9-B820-E2E28C98E37B}" type="doc">
      <dgm:prSet loTypeId="urn:microsoft.com/office/officeart/2005/8/layout/hList1" loCatId="list" qsTypeId="urn:microsoft.com/office/officeart/2005/8/quickstyle/simple1" qsCatId="simple" csTypeId="urn:microsoft.com/office/officeart/2018/5/colors/Iconchunking_neutralbg_accent1_2" csCatId="accent1" phldr="1"/>
      <dgm:spPr/>
      <dgm:t>
        <a:bodyPr/>
        <a:lstStyle/>
        <a:p>
          <a:endParaRPr lang="en-US"/>
        </a:p>
      </dgm:t>
    </dgm:pt>
    <dgm:pt modelId="{25725963-1838-4AA5-83FE-6010F573CB78}">
      <dgm:prSet/>
      <dgm:spPr/>
      <dgm:t>
        <a:bodyPr/>
        <a:lstStyle/>
        <a:p>
          <a:r>
            <a:rPr lang="en-US"/>
            <a:t>1 Discarte incorreto de lixo: O jogo ensina o jogador a identificar e separar corretamente os resíduos, colocando cada material na lixeira adequada.</a:t>
          </a:r>
        </a:p>
      </dgm:t>
    </dgm:pt>
    <dgm:pt modelId="{D47F0AF7-9C2B-405A-8CC0-F56EF2EE78A6}" type="parTrans" cxnId="{E8ED4D81-AB04-42E4-A4E6-887A2303E3FE}">
      <dgm:prSet/>
      <dgm:spPr/>
      <dgm:t>
        <a:bodyPr/>
        <a:lstStyle/>
        <a:p>
          <a:endParaRPr lang="en-US"/>
        </a:p>
      </dgm:t>
    </dgm:pt>
    <dgm:pt modelId="{10575574-15F8-48DF-959B-EE6DB6BE3165}" type="sibTrans" cxnId="{E8ED4D81-AB04-42E4-A4E6-887A2303E3FE}">
      <dgm:prSet/>
      <dgm:spPr/>
      <dgm:t>
        <a:bodyPr/>
        <a:lstStyle/>
        <a:p>
          <a:endParaRPr lang="en-US"/>
        </a:p>
      </dgm:t>
    </dgm:pt>
    <dgm:pt modelId="{D5E788A6-B940-43B7-BEB5-67252B1DE073}">
      <dgm:prSet/>
      <dgm:spPr/>
      <dgm:t>
        <a:bodyPr/>
        <a:lstStyle/>
        <a:p>
          <a:r>
            <a:rPr lang="en-US"/>
            <a:t>2 Falta de concintização sobre reciclagem: O jogo transforma a reciclagem em uma experiência divertida e interativa, ajudando o jogador a aprender a importância de reciclar</a:t>
          </a:r>
        </a:p>
      </dgm:t>
    </dgm:pt>
    <dgm:pt modelId="{F7F75EEB-7B30-4D03-81FC-EF03C29ED22C}" type="parTrans" cxnId="{4AE21D0C-3549-4163-8437-CB98178106D1}">
      <dgm:prSet/>
      <dgm:spPr/>
      <dgm:t>
        <a:bodyPr/>
        <a:lstStyle/>
        <a:p>
          <a:endParaRPr lang="en-US"/>
        </a:p>
      </dgm:t>
    </dgm:pt>
    <dgm:pt modelId="{91FDEEBB-5D12-4ADE-B2FF-1FCD1DB1DACD}" type="sibTrans" cxnId="{4AE21D0C-3549-4163-8437-CB98178106D1}">
      <dgm:prSet/>
      <dgm:spPr/>
      <dgm:t>
        <a:bodyPr/>
        <a:lstStyle/>
        <a:p>
          <a:endParaRPr lang="en-US"/>
        </a:p>
      </dgm:t>
    </dgm:pt>
    <dgm:pt modelId="{91DF0D64-80B6-4EC1-9A8C-BEC352C50F95}">
      <dgm:prSet phldrT="[Texto]" phldr="0"/>
      <dgm:spPr/>
      <dgm:t>
        <a:bodyPr/>
        <a:lstStyle/>
        <a:p>
          <a:r>
            <a:rPr lang="en-US">
              <a:latin typeface="Neue Haas Grotesk Text Pro"/>
            </a:rPr>
            <a:t>3 Excesso de residuos enviandos para aterros/ lixões: O jogo incentiva a separação correta  evitando o acumolo de residuos  em lixões e aterros sanitarios</a:t>
          </a:r>
        </a:p>
      </dgm:t>
    </dgm:pt>
    <dgm:pt modelId="{6B8705C6-66ED-46EF-AA9E-4ED908AF357E}" type="parTrans" cxnId="{9CA9E9FB-F34D-435D-A806-22779171E021}">
      <dgm:prSet/>
      <dgm:spPr/>
    </dgm:pt>
    <dgm:pt modelId="{596C4E56-C4BD-4EDD-9E1E-45B01F332385}" type="sibTrans" cxnId="{9CA9E9FB-F34D-435D-A806-22779171E021}">
      <dgm:prSet/>
      <dgm:spPr/>
      <dgm:t>
        <a:bodyPr/>
        <a:lstStyle/>
        <a:p>
          <a:endParaRPr lang="en-US"/>
        </a:p>
      </dgm:t>
    </dgm:pt>
    <dgm:pt modelId="{F48334D4-AE4D-4C18-96A5-E22B856DB312}">
      <dgm:prSet phldrT="[Texto]" phldr="0"/>
      <dgm:spPr/>
      <dgm:t>
        <a:bodyPr/>
        <a:lstStyle/>
        <a:p>
          <a:endParaRPr lang="en-US">
            <a:latin typeface="Neue Haas Grotesk Text Pro"/>
          </a:endParaRPr>
        </a:p>
      </dgm:t>
    </dgm:pt>
    <dgm:pt modelId="{991884ED-E3BE-4C0A-BF39-669C19C71473}" type="parTrans" cxnId="{FC078E4A-7226-4435-9F34-DACFD2EA7A55}">
      <dgm:prSet/>
      <dgm:spPr/>
    </dgm:pt>
    <dgm:pt modelId="{90D82727-9090-46A5-9D49-2BAAFCEF70E8}" type="sibTrans" cxnId="{FC078E4A-7226-4435-9F34-DACFD2EA7A55}">
      <dgm:prSet/>
      <dgm:spPr/>
      <dgm:t>
        <a:bodyPr/>
        <a:lstStyle/>
        <a:p>
          <a:pPr latinLnBrk="1"/>
          <a:endParaRPr lang="ko-KR" altLang="en-US"/>
        </a:p>
      </dgm:t>
    </dgm:pt>
    <dgm:pt modelId="{A1B1C6EE-FAFC-46FD-9480-3D3DBCA68F36}" type="pres">
      <dgm:prSet presAssocID="{C0418A0F-13FA-4DD9-B820-E2E28C98E37B}" presName="Name0" presStyleCnt="0">
        <dgm:presLayoutVars>
          <dgm:dir/>
          <dgm:animLvl val="lvl"/>
          <dgm:resizeHandles val="exact"/>
        </dgm:presLayoutVars>
      </dgm:prSet>
      <dgm:spPr/>
    </dgm:pt>
    <dgm:pt modelId="{600E8E3C-3039-41D0-BCBD-42195D03D255}" type="pres">
      <dgm:prSet presAssocID="{25725963-1838-4AA5-83FE-6010F573CB78}" presName="composite" presStyleCnt="0"/>
      <dgm:spPr/>
    </dgm:pt>
    <dgm:pt modelId="{1872C1FA-8044-47BB-AD8A-88A35A6A14EE}" type="pres">
      <dgm:prSet presAssocID="{25725963-1838-4AA5-83FE-6010F573CB78}" presName="parTx" presStyleLbl="alignNode1" presStyleIdx="0" presStyleCnt="4">
        <dgm:presLayoutVars>
          <dgm:chMax val="0"/>
          <dgm:chPref val="0"/>
          <dgm:bulletEnabled val="1"/>
        </dgm:presLayoutVars>
      </dgm:prSet>
      <dgm:spPr/>
    </dgm:pt>
    <dgm:pt modelId="{8C9688A8-FF7A-4B5D-AC69-8CCE78910866}" type="pres">
      <dgm:prSet presAssocID="{25725963-1838-4AA5-83FE-6010F573CB78}" presName="desTx" presStyleLbl="alignAccFollowNode1" presStyleIdx="0" presStyleCnt="4">
        <dgm:presLayoutVars>
          <dgm:bulletEnabled val="1"/>
        </dgm:presLayoutVars>
      </dgm:prSet>
      <dgm:spPr/>
    </dgm:pt>
    <dgm:pt modelId="{223AA8C6-AF8B-4083-BEC2-6C0F8F093877}" type="pres">
      <dgm:prSet presAssocID="{10575574-15F8-48DF-959B-EE6DB6BE3165}" presName="space" presStyleCnt="0"/>
      <dgm:spPr/>
    </dgm:pt>
    <dgm:pt modelId="{06E90975-7BEB-4A83-8189-568CC0C66FB6}" type="pres">
      <dgm:prSet presAssocID="{D5E788A6-B940-43B7-BEB5-67252B1DE073}" presName="composite" presStyleCnt="0"/>
      <dgm:spPr/>
    </dgm:pt>
    <dgm:pt modelId="{55393080-E217-444B-B45C-69378FEB0277}" type="pres">
      <dgm:prSet presAssocID="{D5E788A6-B940-43B7-BEB5-67252B1DE073}" presName="parTx" presStyleLbl="alignNode1" presStyleIdx="1" presStyleCnt="4">
        <dgm:presLayoutVars>
          <dgm:chMax val="0"/>
          <dgm:chPref val="0"/>
          <dgm:bulletEnabled val="1"/>
        </dgm:presLayoutVars>
      </dgm:prSet>
      <dgm:spPr/>
    </dgm:pt>
    <dgm:pt modelId="{3F0E6F71-1C69-448F-BD69-2B8BADE2D53E}" type="pres">
      <dgm:prSet presAssocID="{D5E788A6-B940-43B7-BEB5-67252B1DE073}" presName="desTx" presStyleLbl="alignAccFollowNode1" presStyleIdx="1" presStyleCnt="4">
        <dgm:presLayoutVars>
          <dgm:bulletEnabled val="1"/>
        </dgm:presLayoutVars>
      </dgm:prSet>
      <dgm:spPr/>
    </dgm:pt>
    <dgm:pt modelId="{AF3A7FB2-12DE-4DE7-9FD6-E7BA215E4BAA}" type="pres">
      <dgm:prSet presAssocID="{91FDEEBB-5D12-4ADE-B2FF-1FCD1DB1DACD}" presName="space" presStyleCnt="0"/>
      <dgm:spPr/>
    </dgm:pt>
    <dgm:pt modelId="{4AF83E6F-1720-47D8-A5A4-7311FE6D7863}" type="pres">
      <dgm:prSet presAssocID="{91DF0D64-80B6-4EC1-9A8C-BEC352C50F95}" presName="composite" presStyleCnt="0"/>
      <dgm:spPr/>
    </dgm:pt>
    <dgm:pt modelId="{1579EAF0-0713-4EE1-880A-E53B50D20AFB}" type="pres">
      <dgm:prSet presAssocID="{91DF0D64-80B6-4EC1-9A8C-BEC352C50F95}" presName="parTx" presStyleLbl="alignNode1" presStyleIdx="2" presStyleCnt="4">
        <dgm:presLayoutVars>
          <dgm:chMax val="0"/>
          <dgm:chPref val="0"/>
          <dgm:bulletEnabled val="1"/>
        </dgm:presLayoutVars>
      </dgm:prSet>
      <dgm:spPr/>
    </dgm:pt>
    <dgm:pt modelId="{48DF20D1-1A0C-4D2F-8E03-14D01218C073}" type="pres">
      <dgm:prSet presAssocID="{91DF0D64-80B6-4EC1-9A8C-BEC352C50F95}" presName="desTx" presStyleLbl="alignAccFollowNode1" presStyleIdx="2" presStyleCnt="4">
        <dgm:presLayoutVars>
          <dgm:bulletEnabled val="1"/>
        </dgm:presLayoutVars>
      </dgm:prSet>
      <dgm:spPr/>
    </dgm:pt>
    <dgm:pt modelId="{596097B6-F9FF-4896-B185-F2215AFFFCA8}" type="pres">
      <dgm:prSet presAssocID="{596C4E56-C4BD-4EDD-9E1E-45B01F332385}" presName="space" presStyleCnt="0"/>
      <dgm:spPr/>
    </dgm:pt>
    <dgm:pt modelId="{ADB587A0-0162-45E5-BABF-A0F7F38B7949}" type="pres">
      <dgm:prSet presAssocID="{F48334D4-AE4D-4C18-96A5-E22B856DB312}" presName="composite" presStyleCnt="0"/>
      <dgm:spPr/>
    </dgm:pt>
    <dgm:pt modelId="{E94D5A12-6AA9-483C-AF0D-9A9ECCEB5EC3}" type="pres">
      <dgm:prSet presAssocID="{F48334D4-AE4D-4C18-96A5-E22B856DB312}" presName="parTx" presStyleLbl="alignNode1" presStyleIdx="3" presStyleCnt="4">
        <dgm:presLayoutVars>
          <dgm:chMax val="0"/>
          <dgm:chPref val="0"/>
          <dgm:bulletEnabled val="1"/>
        </dgm:presLayoutVars>
      </dgm:prSet>
      <dgm:spPr/>
    </dgm:pt>
    <dgm:pt modelId="{ECF8B648-A08E-4264-BB8E-41E4B264F0F3}" type="pres">
      <dgm:prSet presAssocID="{F48334D4-AE4D-4C18-96A5-E22B856DB312}" presName="desTx" presStyleLbl="alignAccFollowNode1" presStyleIdx="3" presStyleCnt="4">
        <dgm:presLayoutVars>
          <dgm:bulletEnabled val="1"/>
        </dgm:presLayoutVars>
      </dgm:prSet>
      <dgm:spPr/>
    </dgm:pt>
  </dgm:ptLst>
  <dgm:cxnLst>
    <dgm:cxn modelId="{4AE21D0C-3549-4163-8437-CB98178106D1}" srcId="{C0418A0F-13FA-4DD9-B820-E2E28C98E37B}" destId="{D5E788A6-B940-43B7-BEB5-67252B1DE073}" srcOrd="1" destOrd="0" parTransId="{F7F75EEB-7B30-4D03-81FC-EF03C29ED22C}" sibTransId="{91FDEEBB-5D12-4ADE-B2FF-1FCD1DB1DACD}"/>
    <dgm:cxn modelId="{8018D014-5848-4199-A261-ABBB4DBD481A}" type="presOf" srcId="{25725963-1838-4AA5-83FE-6010F573CB78}" destId="{1872C1FA-8044-47BB-AD8A-88A35A6A14EE}" srcOrd="0" destOrd="0" presId="urn:microsoft.com/office/officeart/2005/8/layout/hList1"/>
    <dgm:cxn modelId="{68BD8416-5121-4689-922F-8A890808B6DD}" type="presOf" srcId="{D5E788A6-B940-43B7-BEB5-67252B1DE073}" destId="{55393080-E217-444B-B45C-69378FEB0277}" srcOrd="0" destOrd="0" presId="urn:microsoft.com/office/officeart/2005/8/layout/hList1"/>
    <dgm:cxn modelId="{FC078E4A-7226-4435-9F34-DACFD2EA7A55}" srcId="{C0418A0F-13FA-4DD9-B820-E2E28C98E37B}" destId="{F48334D4-AE4D-4C18-96A5-E22B856DB312}" srcOrd="3" destOrd="0" parTransId="{991884ED-E3BE-4C0A-BF39-669C19C71473}" sibTransId="{90D82727-9090-46A5-9D49-2BAAFCEF70E8}"/>
    <dgm:cxn modelId="{E8ED4D81-AB04-42E4-A4E6-887A2303E3FE}" srcId="{C0418A0F-13FA-4DD9-B820-E2E28C98E37B}" destId="{25725963-1838-4AA5-83FE-6010F573CB78}" srcOrd="0" destOrd="0" parTransId="{D47F0AF7-9C2B-405A-8CC0-F56EF2EE78A6}" sibTransId="{10575574-15F8-48DF-959B-EE6DB6BE3165}"/>
    <dgm:cxn modelId="{82F983BF-A055-4F11-BD0A-82E9FC71CDF6}" type="presOf" srcId="{F48334D4-AE4D-4C18-96A5-E22B856DB312}" destId="{E94D5A12-6AA9-483C-AF0D-9A9ECCEB5EC3}" srcOrd="0" destOrd="0" presId="urn:microsoft.com/office/officeart/2005/8/layout/hList1"/>
    <dgm:cxn modelId="{69700AC0-F021-4DD4-BAC0-225FE0FB16FE}" type="presOf" srcId="{C0418A0F-13FA-4DD9-B820-E2E28C98E37B}" destId="{A1B1C6EE-FAFC-46FD-9480-3D3DBCA68F36}" srcOrd="0" destOrd="0" presId="urn:microsoft.com/office/officeart/2005/8/layout/hList1"/>
    <dgm:cxn modelId="{C303F0DF-8A52-4132-8643-65A814446DD1}" type="presOf" srcId="{91DF0D64-80B6-4EC1-9A8C-BEC352C50F95}" destId="{1579EAF0-0713-4EE1-880A-E53B50D20AFB}" srcOrd="0" destOrd="0" presId="urn:microsoft.com/office/officeart/2005/8/layout/hList1"/>
    <dgm:cxn modelId="{9CA9E9FB-F34D-435D-A806-22779171E021}" srcId="{C0418A0F-13FA-4DD9-B820-E2E28C98E37B}" destId="{91DF0D64-80B6-4EC1-9A8C-BEC352C50F95}" srcOrd="2" destOrd="0" parTransId="{6B8705C6-66ED-46EF-AA9E-4ED908AF357E}" sibTransId="{596C4E56-C4BD-4EDD-9E1E-45B01F332385}"/>
    <dgm:cxn modelId="{0FAF2FA6-3EFC-4FD4-90EF-BBFD5B48C269}" type="presParOf" srcId="{A1B1C6EE-FAFC-46FD-9480-3D3DBCA68F36}" destId="{600E8E3C-3039-41D0-BCBD-42195D03D255}" srcOrd="0" destOrd="0" presId="urn:microsoft.com/office/officeart/2005/8/layout/hList1"/>
    <dgm:cxn modelId="{10C238EA-87F2-445B-A1A5-3B34FEEDAE09}" type="presParOf" srcId="{600E8E3C-3039-41D0-BCBD-42195D03D255}" destId="{1872C1FA-8044-47BB-AD8A-88A35A6A14EE}" srcOrd="0" destOrd="0" presId="urn:microsoft.com/office/officeart/2005/8/layout/hList1"/>
    <dgm:cxn modelId="{F4F1C0F7-527D-4694-B590-BEA3A20D5761}" type="presParOf" srcId="{600E8E3C-3039-41D0-BCBD-42195D03D255}" destId="{8C9688A8-FF7A-4B5D-AC69-8CCE78910866}" srcOrd="1" destOrd="0" presId="urn:microsoft.com/office/officeart/2005/8/layout/hList1"/>
    <dgm:cxn modelId="{D50143B9-E106-4347-B929-CC95F05FB43C}" type="presParOf" srcId="{A1B1C6EE-FAFC-46FD-9480-3D3DBCA68F36}" destId="{223AA8C6-AF8B-4083-BEC2-6C0F8F093877}" srcOrd="1" destOrd="0" presId="urn:microsoft.com/office/officeart/2005/8/layout/hList1"/>
    <dgm:cxn modelId="{0D452C86-999F-49D3-8645-FF786AF03DA9}" type="presParOf" srcId="{A1B1C6EE-FAFC-46FD-9480-3D3DBCA68F36}" destId="{06E90975-7BEB-4A83-8189-568CC0C66FB6}" srcOrd="2" destOrd="0" presId="urn:microsoft.com/office/officeart/2005/8/layout/hList1"/>
    <dgm:cxn modelId="{F22BFD62-BEEE-4EE6-891E-EEEE341A47A1}" type="presParOf" srcId="{06E90975-7BEB-4A83-8189-568CC0C66FB6}" destId="{55393080-E217-444B-B45C-69378FEB0277}" srcOrd="0" destOrd="0" presId="urn:microsoft.com/office/officeart/2005/8/layout/hList1"/>
    <dgm:cxn modelId="{D5E367EC-F191-41FF-BC27-9B9FD267239A}" type="presParOf" srcId="{06E90975-7BEB-4A83-8189-568CC0C66FB6}" destId="{3F0E6F71-1C69-448F-BD69-2B8BADE2D53E}" srcOrd="1" destOrd="0" presId="urn:microsoft.com/office/officeart/2005/8/layout/hList1"/>
    <dgm:cxn modelId="{57F8CE2A-D38F-463A-92B0-78E44A01B18A}" type="presParOf" srcId="{A1B1C6EE-FAFC-46FD-9480-3D3DBCA68F36}" destId="{AF3A7FB2-12DE-4DE7-9FD6-E7BA215E4BAA}" srcOrd="3" destOrd="0" presId="urn:microsoft.com/office/officeart/2005/8/layout/hList1"/>
    <dgm:cxn modelId="{E89EDCFB-69C0-47CE-B4FF-7DB8BE0B379D}" type="presParOf" srcId="{A1B1C6EE-FAFC-46FD-9480-3D3DBCA68F36}" destId="{4AF83E6F-1720-47D8-A5A4-7311FE6D7863}" srcOrd="4" destOrd="0" presId="urn:microsoft.com/office/officeart/2005/8/layout/hList1"/>
    <dgm:cxn modelId="{2B9CCF5B-FC3F-4E5D-8368-64BD9818F78F}" type="presParOf" srcId="{4AF83E6F-1720-47D8-A5A4-7311FE6D7863}" destId="{1579EAF0-0713-4EE1-880A-E53B50D20AFB}" srcOrd="0" destOrd="0" presId="urn:microsoft.com/office/officeart/2005/8/layout/hList1"/>
    <dgm:cxn modelId="{65D171BD-946D-4995-BD9C-74C7F501C5FD}" type="presParOf" srcId="{4AF83E6F-1720-47D8-A5A4-7311FE6D7863}" destId="{48DF20D1-1A0C-4D2F-8E03-14D01218C073}" srcOrd="1" destOrd="0" presId="urn:microsoft.com/office/officeart/2005/8/layout/hList1"/>
    <dgm:cxn modelId="{7850203D-DAAC-4AF1-8C57-C5F80AB88602}" type="presParOf" srcId="{A1B1C6EE-FAFC-46FD-9480-3D3DBCA68F36}" destId="{596097B6-F9FF-4896-B185-F2215AFFFCA8}" srcOrd="5" destOrd="0" presId="urn:microsoft.com/office/officeart/2005/8/layout/hList1"/>
    <dgm:cxn modelId="{27E1CA50-7774-4F23-899E-C4F5B0B376B6}" type="presParOf" srcId="{A1B1C6EE-FAFC-46FD-9480-3D3DBCA68F36}" destId="{ADB587A0-0162-45E5-BABF-A0F7F38B7949}" srcOrd="6" destOrd="0" presId="urn:microsoft.com/office/officeart/2005/8/layout/hList1"/>
    <dgm:cxn modelId="{5950EB31-A13C-4B33-B4EF-1800E676C588}" type="presParOf" srcId="{ADB587A0-0162-45E5-BABF-A0F7F38B7949}" destId="{E94D5A12-6AA9-483C-AF0D-9A9ECCEB5EC3}" srcOrd="0" destOrd="0" presId="urn:microsoft.com/office/officeart/2005/8/layout/hList1"/>
    <dgm:cxn modelId="{067DBC8D-9733-4926-A7D6-6750B2903644}" type="presParOf" srcId="{ADB587A0-0162-45E5-BABF-A0F7F38B7949}" destId="{ECF8B648-A08E-4264-BB8E-41E4B264F0F3}"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5D977E72-A507-48C5-A3F1-3F8FBB423CB8}"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2680D5B3-36D4-49A1-9E19-23697BD27358}">
      <dgm:prSet/>
      <dgm:spPr/>
      <dgm:t>
        <a:bodyPr/>
        <a:lstStyle/>
        <a:p>
          <a:pPr>
            <a:lnSpc>
              <a:spcPct val="100000"/>
            </a:lnSpc>
          </a:pPr>
          <a:r>
            <a:rPr lang="pt-BR" b="1"/>
            <a:t>01. Pesquisa</a:t>
          </a:r>
          <a:br>
            <a:rPr lang="pt-BR" b="1"/>
          </a:br>
          <a:r>
            <a:rPr lang="pt-BR" b="1"/>
            <a:t>Realizamos pesquisas para identificar as principais dificuldades das pessoas em relação à separação e ao descarte correto de resíduos.</a:t>
          </a:r>
          <a:endParaRPr lang="en-US"/>
        </a:p>
      </dgm:t>
    </dgm:pt>
    <dgm:pt modelId="{B701B9FF-1DA7-4591-896B-8C5EAFA0C509}" type="parTrans" cxnId="{B1655D6F-7732-4203-842D-014EEA892F4A}">
      <dgm:prSet/>
      <dgm:spPr/>
      <dgm:t>
        <a:bodyPr/>
        <a:lstStyle/>
        <a:p>
          <a:endParaRPr lang="en-US"/>
        </a:p>
      </dgm:t>
    </dgm:pt>
    <dgm:pt modelId="{0261DF1A-670C-4A46-8AEA-1C29879BD128}" type="sibTrans" cxnId="{B1655D6F-7732-4203-842D-014EEA892F4A}">
      <dgm:prSet/>
      <dgm:spPr/>
      <dgm:t>
        <a:bodyPr/>
        <a:lstStyle/>
        <a:p>
          <a:endParaRPr lang="en-US"/>
        </a:p>
      </dgm:t>
    </dgm:pt>
    <dgm:pt modelId="{68D96F83-B6B6-4D60-AB86-BEA77589B50B}">
      <dgm:prSet/>
      <dgm:spPr/>
      <dgm:t>
        <a:bodyPr/>
        <a:lstStyle/>
        <a:p>
          <a:pPr>
            <a:lnSpc>
              <a:spcPct val="100000"/>
            </a:lnSpc>
          </a:pPr>
          <a:r>
            <a:rPr lang="pt-BR" b="1"/>
            <a:t>02. Ideação</a:t>
          </a:r>
          <a:br>
            <a:rPr lang="pt-BR" b="1"/>
          </a:br>
          <a:r>
            <a:rPr lang="pt-BR" b="1"/>
            <a:t>Criamos ideias para um site educativo que utiliza elementos de gamificação para ensinar, de forma simples e divertida, como descartar diferentes tipos de lixo.</a:t>
          </a:r>
          <a:endParaRPr lang="en-US"/>
        </a:p>
      </dgm:t>
    </dgm:pt>
    <dgm:pt modelId="{E547CCED-9DB2-4448-BE8C-F506E74D309F}" type="parTrans" cxnId="{F9A9D250-F7A5-48AF-90C7-BB6B71A1A2C1}">
      <dgm:prSet/>
      <dgm:spPr/>
      <dgm:t>
        <a:bodyPr/>
        <a:lstStyle/>
        <a:p>
          <a:endParaRPr lang="en-US"/>
        </a:p>
      </dgm:t>
    </dgm:pt>
    <dgm:pt modelId="{95DEBE2B-D237-4C6D-BC16-666163FF8B4C}" type="sibTrans" cxnId="{F9A9D250-F7A5-48AF-90C7-BB6B71A1A2C1}">
      <dgm:prSet/>
      <dgm:spPr/>
      <dgm:t>
        <a:bodyPr/>
        <a:lstStyle/>
        <a:p>
          <a:endParaRPr lang="en-US"/>
        </a:p>
      </dgm:t>
    </dgm:pt>
    <dgm:pt modelId="{15DA72F8-7BCB-49A2-8270-B1B725A71C53}">
      <dgm:prSet/>
      <dgm:spPr/>
      <dgm:t>
        <a:bodyPr/>
        <a:lstStyle/>
        <a:p>
          <a:pPr>
            <a:lnSpc>
              <a:spcPct val="100000"/>
            </a:lnSpc>
          </a:pPr>
          <a:r>
            <a:rPr lang="pt-BR" b="1"/>
            <a:t>03. Wireframing</a:t>
          </a:r>
          <a:br>
            <a:rPr lang="pt-BR" b="1"/>
          </a:br>
          <a:r>
            <a:rPr lang="pt-BR" b="1"/>
            <a:t>Desenvolvemos os primeiros wireframes e fluxos de navegação, definindo a estrutura do site, as telas do jogo e a organização das informações.</a:t>
          </a:r>
          <a:endParaRPr lang="en-US"/>
        </a:p>
      </dgm:t>
    </dgm:pt>
    <dgm:pt modelId="{C67DCBD6-E587-458D-A37D-487148457FC7}" type="parTrans" cxnId="{FA1EB80B-4B24-4CD8-A3AB-EE1047D82E0F}">
      <dgm:prSet/>
      <dgm:spPr/>
      <dgm:t>
        <a:bodyPr/>
        <a:lstStyle/>
        <a:p>
          <a:endParaRPr lang="en-US"/>
        </a:p>
      </dgm:t>
    </dgm:pt>
    <dgm:pt modelId="{832783F1-E8CD-4B18-9D47-A8F39A064EBE}" type="sibTrans" cxnId="{FA1EB80B-4B24-4CD8-A3AB-EE1047D82E0F}">
      <dgm:prSet/>
      <dgm:spPr/>
      <dgm:t>
        <a:bodyPr/>
        <a:lstStyle/>
        <a:p>
          <a:endParaRPr lang="en-US"/>
        </a:p>
      </dgm:t>
    </dgm:pt>
    <dgm:pt modelId="{C82B8C39-24CF-47A6-86B9-FDEE122F0CCB}">
      <dgm:prSet/>
      <dgm:spPr/>
      <dgm:t>
        <a:bodyPr/>
        <a:lstStyle/>
        <a:p>
          <a:pPr>
            <a:lnSpc>
              <a:spcPct val="100000"/>
            </a:lnSpc>
          </a:pPr>
          <a:r>
            <a:rPr lang="pt-BR" b="1"/>
            <a:t>04. Prototipagem</a:t>
          </a:r>
          <a:br>
            <a:rPr lang="pt-BR" b="1"/>
          </a:br>
          <a:r>
            <a:rPr lang="pt-BR" b="1"/>
            <a:t>Criamos um protótipo funcional do jogo para testar a interação dos usuários e avaliar se a dinâmica facilita o aprendizado sobre a separação dos resíduos.</a:t>
          </a:r>
          <a:endParaRPr lang="en-US"/>
        </a:p>
      </dgm:t>
    </dgm:pt>
    <dgm:pt modelId="{CB6BD38F-868E-4093-B3A7-A518CE96DBF5}" type="parTrans" cxnId="{BBE06B99-D80E-400E-8B41-E08297D9C752}">
      <dgm:prSet/>
      <dgm:spPr/>
      <dgm:t>
        <a:bodyPr/>
        <a:lstStyle/>
        <a:p>
          <a:endParaRPr lang="en-US"/>
        </a:p>
      </dgm:t>
    </dgm:pt>
    <dgm:pt modelId="{07B691EF-D1B1-4CF2-92E3-557037CE2547}" type="sibTrans" cxnId="{BBE06B99-D80E-400E-8B41-E08297D9C752}">
      <dgm:prSet/>
      <dgm:spPr/>
      <dgm:t>
        <a:bodyPr/>
        <a:lstStyle/>
        <a:p>
          <a:endParaRPr lang="en-US"/>
        </a:p>
      </dgm:t>
    </dgm:pt>
    <dgm:pt modelId="{912914F8-97ED-4574-A1C5-D037A37BF2C4}">
      <dgm:prSet/>
      <dgm:spPr/>
      <dgm:t>
        <a:bodyPr/>
        <a:lstStyle/>
        <a:p>
          <a:pPr>
            <a:lnSpc>
              <a:spcPct val="100000"/>
            </a:lnSpc>
          </a:pPr>
          <a:r>
            <a:rPr lang="pt-BR" b="1"/>
            <a:t>05. Desenvolvimento Final</a:t>
          </a:r>
          <a:br>
            <a:rPr lang="pt-BR" b="1"/>
          </a:br>
          <a:r>
            <a:rPr lang="pt-BR" b="1"/>
            <a:t>Desenvolvemos o site com o jogo integrado, conteúdos educativos e uma interface responsiva, proporcionando uma experiência interativa de aprendizado sobre o descarte correto do lixo.</a:t>
          </a:r>
          <a:endParaRPr lang="en-US"/>
        </a:p>
      </dgm:t>
    </dgm:pt>
    <dgm:pt modelId="{E0561F54-CB81-4276-B40D-DD1021432D6F}" type="parTrans" cxnId="{A929A7A4-D7AE-43AC-93EB-227FB8DBF856}">
      <dgm:prSet/>
      <dgm:spPr/>
      <dgm:t>
        <a:bodyPr/>
        <a:lstStyle/>
        <a:p>
          <a:endParaRPr lang="en-US"/>
        </a:p>
      </dgm:t>
    </dgm:pt>
    <dgm:pt modelId="{335DBB54-E911-4B66-B687-38C781E1BB69}" type="sibTrans" cxnId="{A929A7A4-D7AE-43AC-93EB-227FB8DBF856}">
      <dgm:prSet/>
      <dgm:spPr/>
      <dgm:t>
        <a:bodyPr/>
        <a:lstStyle/>
        <a:p>
          <a:endParaRPr lang="en-US"/>
        </a:p>
      </dgm:t>
    </dgm:pt>
    <dgm:pt modelId="{99E21F32-F816-4590-8CE1-8E41AE8AE5ED}" type="pres">
      <dgm:prSet presAssocID="{5D977E72-A507-48C5-A3F1-3F8FBB423CB8}" presName="root" presStyleCnt="0">
        <dgm:presLayoutVars>
          <dgm:dir/>
          <dgm:resizeHandles val="exact"/>
        </dgm:presLayoutVars>
      </dgm:prSet>
      <dgm:spPr/>
    </dgm:pt>
    <dgm:pt modelId="{F0EBC390-0485-42B0-BB11-C1BADA8423E6}" type="pres">
      <dgm:prSet presAssocID="{2680D5B3-36D4-49A1-9E19-23697BD27358}" presName="compNode" presStyleCnt="0"/>
      <dgm:spPr/>
    </dgm:pt>
    <dgm:pt modelId="{BED4D780-AF69-42F3-9215-7FD35A4F9B3E}" type="pres">
      <dgm:prSet presAssocID="{2680D5B3-36D4-49A1-9E19-23697BD27358}"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Magnifying glass"/>
        </a:ext>
      </dgm:extLst>
    </dgm:pt>
    <dgm:pt modelId="{61363CF2-DFF0-48BD-B4B9-31491C9D94EF}" type="pres">
      <dgm:prSet presAssocID="{2680D5B3-36D4-49A1-9E19-23697BD27358}" presName="spaceRect" presStyleCnt="0"/>
      <dgm:spPr/>
    </dgm:pt>
    <dgm:pt modelId="{A55F3BED-CBF0-4225-AA66-57D3A6A73FFB}" type="pres">
      <dgm:prSet presAssocID="{2680D5B3-36D4-49A1-9E19-23697BD27358}" presName="textRect" presStyleLbl="revTx" presStyleIdx="0" presStyleCnt="5">
        <dgm:presLayoutVars>
          <dgm:chMax val="1"/>
          <dgm:chPref val="1"/>
        </dgm:presLayoutVars>
      </dgm:prSet>
      <dgm:spPr/>
    </dgm:pt>
    <dgm:pt modelId="{DEAD19C5-B14C-4E14-A861-D659E0E091CD}" type="pres">
      <dgm:prSet presAssocID="{0261DF1A-670C-4A46-8AEA-1C29879BD128}" presName="sibTrans" presStyleCnt="0"/>
      <dgm:spPr/>
    </dgm:pt>
    <dgm:pt modelId="{29103CB8-B65A-4CA9-9DED-2131B35BDF6D}" type="pres">
      <dgm:prSet presAssocID="{68D96F83-B6B6-4D60-AB86-BEA77589B50B}" presName="compNode" presStyleCnt="0"/>
      <dgm:spPr/>
    </dgm:pt>
    <dgm:pt modelId="{D529AF6B-FDC7-45DE-BE5C-DFB2342078E8}" type="pres">
      <dgm:prSet presAssocID="{68D96F83-B6B6-4D60-AB86-BEA77589B50B}"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âmpada"/>
        </a:ext>
      </dgm:extLst>
    </dgm:pt>
    <dgm:pt modelId="{CE1FA342-A58B-4F6F-A995-EE37EC69901A}" type="pres">
      <dgm:prSet presAssocID="{68D96F83-B6B6-4D60-AB86-BEA77589B50B}" presName="spaceRect" presStyleCnt="0"/>
      <dgm:spPr/>
    </dgm:pt>
    <dgm:pt modelId="{446D96EB-BA20-4DFB-ADDC-0756EEFC8A3E}" type="pres">
      <dgm:prSet presAssocID="{68D96F83-B6B6-4D60-AB86-BEA77589B50B}" presName="textRect" presStyleLbl="revTx" presStyleIdx="1" presStyleCnt="5">
        <dgm:presLayoutVars>
          <dgm:chMax val="1"/>
          <dgm:chPref val="1"/>
        </dgm:presLayoutVars>
      </dgm:prSet>
      <dgm:spPr/>
    </dgm:pt>
    <dgm:pt modelId="{F51E161C-7A63-4B07-9F2B-0CA1CB6F56B9}" type="pres">
      <dgm:prSet presAssocID="{95DEBE2B-D237-4C6D-BC16-666163FF8B4C}" presName="sibTrans" presStyleCnt="0"/>
      <dgm:spPr/>
    </dgm:pt>
    <dgm:pt modelId="{DA5FCD14-0791-4D5E-90ED-3FE478CA4277}" type="pres">
      <dgm:prSet presAssocID="{15DA72F8-7BCB-49A2-8270-B1B725A71C53}" presName="compNode" presStyleCnt="0"/>
      <dgm:spPr/>
    </dgm:pt>
    <dgm:pt modelId="{AE89DA73-D2EC-4420-8E54-3599188CC583}" type="pres">
      <dgm:prSet presAssocID="{15DA72F8-7BCB-49A2-8270-B1B725A71C53}"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Web Design"/>
        </a:ext>
      </dgm:extLst>
    </dgm:pt>
    <dgm:pt modelId="{5DDC7955-2A1B-43A3-9B9C-3173AF6777C6}" type="pres">
      <dgm:prSet presAssocID="{15DA72F8-7BCB-49A2-8270-B1B725A71C53}" presName="spaceRect" presStyleCnt="0"/>
      <dgm:spPr/>
    </dgm:pt>
    <dgm:pt modelId="{899DF08E-303A-4FF4-8D61-3471A325A9DA}" type="pres">
      <dgm:prSet presAssocID="{15DA72F8-7BCB-49A2-8270-B1B725A71C53}" presName="textRect" presStyleLbl="revTx" presStyleIdx="2" presStyleCnt="5">
        <dgm:presLayoutVars>
          <dgm:chMax val="1"/>
          <dgm:chPref val="1"/>
        </dgm:presLayoutVars>
      </dgm:prSet>
      <dgm:spPr/>
    </dgm:pt>
    <dgm:pt modelId="{060EBA1F-0C5C-42BD-BED5-22DAB6D1D8AA}" type="pres">
      <dgm:prSet presAssocID="{832783F1-E8CD-4B18-9D47-A8F39A064EBE}" presName="sibTrans" presStyleCnt="0"/>
      <dgm:spPr/>
    </dgm:pt>
    <dgm:pt modelId="{20EE46EF-8F9F-4841-B4F1-CA0C4392F8BD}" type="pres">
      <dgm:prSet presAssocID="{C82B8C39-24CF-47A6-86B9-FDEE122F0CCB}" presName="compNode" presStyleCnt="0"/>
      <dgm:spPr/>
    </dgm:pt>
    <dgm:pt modelId="{D0DA4DD8-DD23-4399-83FB-7816F7064066}" type="pres">
      <dgm:prSet presAssocID="{C82B8C39-24CF-47A6-86B9-FDEE122F0CCB}"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Usuários"/>
        </a:ext>
      </dgm:extLst>
    </dgm:pt>
    <dgm:pt modelId="{48EA6F8B-EF03-40EB-84BC-74F90E3F4687}" type="pres">
      <dgm:prSet presAssocID="{C82B8C39-24CF-47A6-86B9-FDEE122F0CCB}" presName="spaceRect" presStyleCnt="0"/>
      <dgm:spPr/>
    </dgm:pt>
    <dgm:pt modelId="{95E90B41-8355-4C5F-B8FA-5A3C1A9A35AD}" type="pres">
      <dgm:prSet presAssocID="{C82B8C39-24CF-47A6-86B9-FDEE122F0CCB}" presName="textRect" presStyleLbl="revTx" presStyleIdx="3" presStyleCnt="5">
        <dgm:presLayoutVars>
          <dgm:chMax val="1"/>
          <dgm:chPref val="1"/>
        </dgm:presLayoutVars>
      </dgm:prSet>
      <dgm:spPr/>
    </dgm:pt>
    <dgm:pt modelId="{08668141-F824-4BB5-9210-1677474B3856}" type="pres">
      <dgm:prSet presAssocID="{07B691EF-D1B1-4CF2-92E3-557037CE2547}" presName="sibTrans" presStyleCnt="0"/>
      <dgm:spPr/>
    </dgm:pt>
    <dgm:pt modelId="{E67CB3D9-9A2F-41BA-94E6-C8CD53CA7745}" type="pres">
      <dgm:prSet presAssocID="{912914F8-97ED-4574-A1C5-D037A37BF2C4}" presName="compNode" presStyleCnt="0"/>
      <dgm:spPr/>
    </dgm:pt>
    <dgm:pt modelId="{14002986-5ED2-4D79-BC3D-733AD9AAE210}" type="pres">
      <dgm:prSet presAssocID="{912914F8-97ED-4574-A1C5-D037A37BF2C4}"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Game controller"/>
        </a:ext>
      </dgm:extLst>
    </dgm:pt>
    <dgm:pt modelId="{07E16DBD-1ACC-4E78-B21D-86B2F077BB74}" type="pres">
      <dgm:prSet presAssocID="{912914F8-97ED-4574-A1C5-D037A37BF2C4}" presName="spaceRect" presStyleCnt="0"/>
      <dgm:spPr/>
    </dgm:pt>
    <dgm:pt modelId="{CAF28E60-8403-4BB5-A1A9-5772CC4EA4A5}" type="pres">
      <dgm:prSet presAssocID="{912914F8-97ED-4574-A1C5-D037A37BF2C4}" presName="textRect" presStyleLbl="revTx" presStyleIdx="4" presStyleCnt="5">
        <dgm:presLayoutVars>
          <dgm:chMax val="1"/>
          <dgm:chPref val="1"/>
        </dgm:presLayoutVars>
      </dgm:prSet>
      <dgm:spPr/>
    </dgm:pt>
  </dgm:ptLst>
  <dgm:cxnLst>
    <dgm:cxn modelId="{FA1EB80B-4B24-4CD8-A3AB-EE1047D82E0F}" srcId="{5D977E72-A507-48C5-A3F1-3F8FBB423CB8}" destId="{15DA72F8-7BCB-49A2-8270-B1B725A71C53}" srcOrd="2" destOrd="0" parTransId="{C67DCBD6-E587-458D-A37D-487148457FC7}" sibTransId="{832783F1-E8CD-4B18-9D47-A8F39A064EBE}"/>
    <dgm:cxn modelId="{C7EB2B22-EAD2-4C60-B3D6-2DA6DFA44C82}" type="presOf" srcId="{15DA72F8-7BCB-49A2-8270-B1B725A71C53}" destId="{899DF08E-303A-4FF4-8D61-3471A325A9DA}" srcOrd="0" destOrd="0" presId="urn:microsoft.com/office/officeart/2018/2/layout/IconLabelList"/>
    <dgm:cxn modelId="{9EB5E92F-92F4-4180-B74C-92CC23E9CECB}" type="presOf" srcId="{912914F8-97ED-4574-A1C5-D037A37BF2C4}" destId="{CAF28E60-8403-4BB5-A1A9-5772CC4EA4A5}" srcOrd="0" destOrd="0" presId="urn:microsoft.com/office/officeart/2018/2/layout/IconLabelList"/>
    <dgm:cxn modelId="{B1655D6F-7732-4203-842D-014EEA892F4A}" srcId="{5D977E72-A507-48C5-A3F1-3F8FBB423CB8}" destId="{2680D5B3-36D4-49A1-9E19-23697BD27358}" srcOrd="0" destOrd="0" parTransId="{B701B9FF-1DA7-4591-896B-8C5EAFA0C509}" sibTransId="{0261DF1A-670C-4A46-8AEA-1C29879BD128}"/>
    <dgm:cxn modelId="{F9A9D250-F7A5-48AF-90C7-BB6B71A1A2C1}" srcId="{5D977E72-A507-48C5-A3F1-3F8FBB423CB8}" destId="{68D96F83-B6B6-4D60-AB86-BEA77589B50B}" srcOrd="1" destOrd="0" parTransId="{E547CCED-9DB2-4448-BE8C-F506E74D309F}" sibTransId="{95DEBE2B-D237-4C6D-BC16-666163FF8B4C}"/>
    <dgm:cxn modelId="{02ECA753-F09D-4AC5-AC32-0294A9E461E5}" type="presOf" srcId="{C82B8C39-24CF-47A6-86B9-FDEE122F0CCB}" destId="{95E90B41-8355-4C5F-B8FA-5A3C1A9A35AD}" srcOrd="0" destOrd="0" presId="urn:microsoft.com/office/officeart/2018/2/layout/IconLabelList"/>
    <dgm:cxn modelId="{9B8F0559-4C85-4A07-AC1F-2EA3D6702A4F}" type="presOf" srcId="{68D96F83-B6B6-4D60-AB86-BEA77589B50B}" destId="{446D96EB-BA20-4DFB-ADDC-0756EEFC8A3E}" srcOrd="0" destOrd="0" presId="urn:microsoft.com/office/officeart/2018/2/layout/IconLabelList"/>
    <dgm:cxn modelId="{17E8AD7A-19F1-45F4-BDE6-C899807A5A42}" type="presOf" srcId="{2680D5B3-36D4-49A1-9E19-23697BD27358}" destId="{A55F3BED-CBF0-4225-AA66-57D3A6A73FFB}" srcOrd="0" destOrd="0" presId="urn:microsoft.com/office/officeart/2018/2/layout/IconLabelList"/>
    <dgm:cxn modelId="{BBE06B99-D80E-400E-8B41-E08297D9C752}" srcId="{5D977E72-A507-48C5-A3F1-3F8FBB423CB8}" destId="{C82B8C39-24CF-47A6-86B9-FDEE122F0CCB}" srcOrd="3" destOrd="0" parTransId="{CB6BD38F-868E-4093-B3A7-A518CE96DBF5}" sibTransId="{07B691EF-D1B1-4CF2-92E3-557037CE2547}"/>
    <dgm:cxn modelId="{A929A7A4-D7AE-43AC-93EB-227FB8DBF856}" srcId="{5D977E72-A507-48C5-A3F1-3F8FBB423CB8}" destId="{912914F8-97ED-4574-A1C5-D037A37BF2C4}" srcOrd="4" destOrd="0" parTransId="{E0561F54-CB81-4276-B40D-DD1021432D6F}" sibTransId="{335DBB54-E911-4B66-B687-38C781E1BB69}"/>
    <dgm:cxn modelId="{9E907ACD-F9CC-40A0-848D-70B3C063CA2D}" type="presOf" srcId="{5D977E72-A507-48C5-A3F1-3F8FBB423CB8}" destId="{99E21F32-F816-4590-8CE1-8E41AE8AE5ED}" srcOrd="0" destOrd="0" presId="urn:microsoft.com/office/officeart/2018/2/layout/IconLabelList"/>
    <dgm:cxn modelId="{44036CAF-F0D3-4A35-ACB6-E0345D669A9C}" type="presParOf" srcId="{99E21F32-F816-4590-8CE1-8E41AE8AE5ED}" destId="{F0EBC390-0485-42B0-BB11-C1BADA8423E6}" srcOrd="0" destOrd="0" presId="urn:microsoft.com/office/officeart/2018/2/layout/IconLabelList"/>
    <dgm:cxn modelId="{61856DF8-D84D-4002-8118-C87A9DF1BB5B}" type="presParOf" srcId="{F0EBC390-0485-42B0-BB11-C1BADA8423E6}" destId="{BED4D780-AF69-42F3-9215-7FD35A4F9B3E}" srcOrd="0" destOrd="0" presId="urn:microsoft.com/office/officeart/2018/2/layout/IconLabelList"/>
    <dgm:cxn modelId="{29CEFFD6-F377-4CA1-AF81-34D271343A0C}" type="presParOf" srcId="{F0EBC390-0485-42B0-BB11-C1BADA8423E6}" destId="{61363CF2-DFF0-48BD-B4B9-31491C9D94EF}" srcOrd="1" destOrd="0" presId="urn:microsoft.com/office/officeart/2018/2/layout/IconLabelList"/>
    <dgm:cxn modelId="{80B9968E-09E2-49B7-8E36-663EB0C0361A}" type="presParOf" srcId="{F0EBC390-0485-42B0-BB11-C1BADA8423E6}" destId="{A55F3BED-CBF0-4225-AA66-57D3A6A73FFB}" srcOrd="2" destOrd="0" presId="urn:microsoft.com/office/officeart/2018/2/layout/IconLabelList"/>
    <dgm:cxn modelId="{B2A5A591-018B-4CA1-91BB-6BF1DE0C4537}" type="presParOf" srcId="{99E21F32-F816-4590-8CE1-8E41AE8AE5ED}" destId="{DEAD19C5-B14C-4E14-A861-D659E0E091CD}" srcOrd="1" destOrd="0" presId="urn:microsoft.com/office/officeart/2018/2/layout/IconLabelList"/>
    <dgm:cxn modelId="{283B0D8A-ED8B-4CC4-853E-090095F6633F}" type="presParOf" srcId="{99E21F32-F816-4590-8CE1-8E41AE8AE5ED}" destId="{29103CB8-B65A-4CA9-9DED-2131B35BDF6D}" srcOrd="2" destOrd="0" presId="urn:microsoft.com/office/officeart/2018/2/layout/IconLabelList"/>
    <dgm:cxn modelId="{4D1016B4-F61A-4682-8E5B-02E9DC6EC572}" type="presParOf" srcId="{29103CB8-B65A-4CA9-9DED-2131B35BDF6D}" destId="{D529AF6B-FDC7-45DE-BE5C-DFB2342078E8}" srcOrd="0" destOrd="0" presId="urn:microsoft.com/office/officeart/2018/2/layout/IconLabelList"/>
    <dgm:cxn modelId="{0647EC69-DD06-42DB-A59C-D447697476BA}" type="presParOf" srcId="{29103CB8-B65A-4CA9-9DED-2131B35BDF6D}" destId="{CE1FA342-A58B-4F6F-A995-EE37EC69901A}" srcOrd="1" destOrd="0" presId="urn:microsoft.com/office/officeart/2018/2/layout/IconLabelList"/>
    <dgm:cxn modelId="{C538FC20-B4DD-4008-993D-897A8B1F6163}" type="presParOf" srcId="{29103CB8-B65A-4CA9-9DED-2131B35BDF6D}" destId="{446D96EB-BA20-4DFB-ADDC-0756EEFC8A3E}" srcOrd="2" destOrd="0" presId="urn:microsoft.com/office/officeart/2018/2/layout/IconLabelList"/>
    <dgm:cxn modelId="{0C0FF0B5-6FD8-44AB-8568-260CFF8CFB34}" type="presParOf" srcId="{99E21F32-F816-4590-8CE1-8E41AE8AE5ED}" destId="{F51E161C-7A63-4B07-9F2B-0CA1CB6F56B9}" srcOrd="3" destOrd="0" presId="urn:microsoft.com/office/officeart/2018/2/layout/IconLabelList"/>
    <dgm:cxn modelId="{6650E004-35FC-4EF0-BB09-60444AB71364}" type="presParOf" srcId="{99E21F32-F816-4590-8CE1-8E41AE8AE5ED}" destId="{DA5FCD14-0791-4D5E-90ED-3FE478CA4277}" srcOrd="4" destOrd="0" presId="urn:microsoft.com/office/officeart/2018/2/layout/IconLabelList"/>
    <dgm:cxn modelId="{6D225E3B-FF26-4996-8AA9-662614C25E89}" type="presParOf" srcId="{DA5FCD14-0791-4D5E-90ED-3FE478CA4277}" destId="{AE89DA73-D2EC-4420-8E54-3599188CC583}" srcOrd="0" destOrd="0" presId="urn:microsoft.com/office/officeart/2018/2/layout/IconLabelList"/>
    <dgm:cxn modelId="{2C103076-0A64-4AA0-B3F3-016E59FFCD21}" type="presParOf" srcId="{DA5FCD14-0791-4D5E-90ED-3FE478CA4277}" destId="{5DDC7955-2A1B-43A3-9B9C-3173AF6777C6}" srcOrd="1" destOrd="0" presId="urn:microsoft.com/office/officeart/2018/2/layout/IconLabelList"/>
    <dgm:cxn modelId="{C4124534-4667-43D0-83FA-2D24AAC791FA}" type="presParOf" srcId="{DA5FCD14-0791-4D5E-90ED-3FE478CA4277}" destId="{899DF08E-303A-4FF4-8D61-3471A325A9DA}" srcOrd="2" destOrd="0" presId="urn:microsoft.com/office/officeart/2018/2/layout/IconLabelList"/>
    <dgm:cxn modelId="{0F6CF375-924F-4D74-A289-3FC221576962}" type="presParOf" srcId="{99E21F32-F816-4590-8CE1-8E41AE8AE5ED}" destId="{060EBA1F-0C5C-42BD-BED5-22DAB6D1D8AA}" srcOrd="5" destOrd="0" presId="urn:microsoft.com/office/officeart/2018/2/layout/IconLabelList"/>
    <dgm:cxn modelId="{7C47E2BA-9E25-40B3-AF41-67CF298B482E}" type="presParOf" srcId="{99E21F32-F816-4590-8CE1-8E41AE8AE5ED}" destId="{20EE46EF-8F9F-4841-B4F1-CA0C4392F8BD}" srcOrd="6" destOrd="0" presId="urn:microsoft.com/office/officeart/2018/2/layout/IconLabelList"/>
    <dgm:cxn modelId="{85723408-264F-4DC3-B8BA-1AB853E83422}" type="presParOf" srcId="{20EE46EF-8F9F-4841-B4F1-CA0C4392F8BD}" destId="{D0DA4DD8-DD23-4399-83FB-7816F7064066}" srcOrd="0" destOrd="0" presId="urn:microsoft.com/office/officeart/2018/2/layout/IconLabelList"/>
    <dgm:cxn modelId="{ECBAD39F-0C8D-402F-8583-D0AE1EB0D0E6}" type="presParOf" srcId="{20EE46EF-8F9F-4841-B4F1-CA0C4392F8BD}" destId="{48EA6F8B-EF03-40EB-84BC-74F90E3F4687}" srcOrd="1" destOrd="0" presId="urn:microsoft.com/office/officeart/2018/2/layout/IconLabelList"/>
    <dgm:cxn modelId="{60EC43AD-6CA4-411D-80F9-F1EFD6326788}" type="presParOf" srcId="{20EE46EF-8F9F-4841-B4F1-CA0C4392F8BD}" destId="{95E90B41-8355-4C5F-B8FA-5A3C1A9A35AD}" srcOrd="2" destOrd="0" presId="urn:microsoft.com/office/officeart/2018/2/layout/IconLabelList"/>
    <dgm:cxn modelId="{4ECCBF9E-D9C8-46B5-A903-4629BBA5486D}" type="presParOf" srcId="{99E21F32-F816-4590-8CE1-8E41AE8AE5ED}" destId="{08668141-F824-4BB5-9210-1677474B3856}" srcOrd="7" destOrd="0" presId="urn:microsoft.com/office/officeart/2018/2/layout/IconLabelList"/>
    <dgm:cxn modelId="{6A6FEE3A-4325-479F-8E61-541C12D744C3}" type="presParOf" srcId="{99E21F32-F816-4590-8CE1-8E41AE8AE5ED}" destId="{E67CB3D9-9A2F-41BA-94E6-C8CD53CA7745}" srcOrd="8" destOrd="0" presId="urn:microsoft.com/office/officeart/2018/2/layout/IconLabelList"/>
    <dgm:cxn modelId="{0D66408D-224C-4A13-833D-0FD1C31B18F9}" type="presParOf" srcId="{E67CB3D9-9A2F-41BA-94E6-C8CD53CA7745}" destId="{14002986-5ED2-4D79-BC3D-733AD9AAE210}" srcOrd="0" destOrd="0" presId="urn:microsoft.com/office/officeart/2018/2/layout/IconLabelList"/>
    <dgm:cxn modelId="{5D9F7E67-FDD0-4DF3-8544-615FAC027018}" type="presParOf" srcId="{E67CB3D9-9A2F-41BA-94E6-C8CD53CA7745}" destId="{07E16DBD-1ACC-4E78-B21D-86B2F077BB74}" srcOrd="1" destOrd="0" presId="urn:microsoft.com/office/officeart/2018/2/layout/IconLabelList"/>
    <dgm:cxn modelId="{2A258FA2-CD12-47D1-9AA9-4BC5E6D76390}" type="presParOf" srcId="{E67CB3D9-9A2F-41BA-94E6-C8CD53CA7745}" destId="{CAF28E60-8403-4BB5-A1A9-5772CC4EA4A5}"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93C049-3DAB-4ED8-9319-7F7D6CFDF711}">
      <dsp:nvSpPr>
        <dsp:cNvPr id="0" name=""/>
        <dsp:cNvSpPr/>
      </dsp:nvSpPr>
      <dsp:spPr>
        <a:xfrm rot="10800000">
          <a:off x="1450424" y="1043"/>
          <a:ext cx="5405120" cy="35593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960" tIns="60960" rIns="113792" bIns="60960" numCol="1" spcCol="1270" anchor="ctr" anchorCtr="0">
          <a:noAutofit/>
        </a:bodyPr>
        <a:lstStyle/>
        <a:p>
          <a:pPr marL="0" lvl="0" indent="0" algn="ctr" defTabSz="711200" latinLnBrk="1">
            <a:lnSpc>
              <a:spcPct val="90000"/>
            </a:lnSpc>
            <a:spcBef>
              <a:spcPct val="0"/>
            </a:spcBef>
            <a:spcAft>
              <a:spcPct val="35000"/>
            </a:spcAft>
            <a:buNone/>
          </a:pPr>
          <a:r>
            <a:rPr lang="en-US" altLang="ko-KR" sz="1600" kern="1200"/>
            <a:t>Tayler Guilherme:</a:t>
          </a:r>
          <a:r>
            <a:rPr lang="ko-KR" sz="1600" b="0" i="0" kern="1200" err="1"/>
            <a:t>Desenvolvedor</a:t>
          </a:r>
          <a:r>
            <a:rPr lang="ko-KR" sz="1600" b="0" i="0" kern="1200"/>
            <a:t> </a:t>
          </a:r>
          <a:r>
            <a:rPr lang="ko-KR" sz="1600" b="0" i="0" kern="1200" err="1"/>
            <a:t>Líder</a:t>
          </a:r>
          <a:endParaRPr lang="ko-KR" altLang="en-US" sz="1600" kern="1200"/>
        </a:p>
      </dsp:txBody>
      <dsp:txXfrm rot="10800000">
        <a:off x="1539409" y="1043"/>
        <a:ext cx="5316135" cy="355939"/>
      </dsp:txXfrm>
    </dsp:sp>
    <dsp:sp modelId="{0DDE7CDB-6817-40B8-A62D-FA23402632B2}">
      <dsp:nvSpPr>
        <dsp:cNvPr id="0" name=""/>
        <dsp:cNvSpPr/>
      </dsp:nvSpPr>
      <dsp:spPr>
        <a:xfrm>
          <a:off x="1272455" y="1043"/>
          <a:ext cx="355939" cy="35593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114A632-2FD8-46E0-B617-8C3BE6EC06A4}">
      <dsp:nvSpPr>
        <dsp:cNvPr id="0" name=""/>
        <dsp:cNvSpPr/>
      </dsp:nvSpPr>
      <dsp:spPr>
        <a:xfrm rot="10800000">
          <a:off x="1450424" y="445968"/>
          <a:ext cx="5405120" cy="35593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960" tIns="60960" rIns="113792" bIns="60960" numCol="1" spcCol="1270" anchor="ctr" anchorCtr="0">
          <a:noAutofit/>
        </a:bodyPr>
        <a:lstStyle/>
        <a:p>
          <a:pPr marL="0" lvl="0" indent="0" algn="ctr" defTabSz="711200" latinLnBrk="1">
            <a:lnSpc>
              <a:spcPct val="90000"/>
            </a:lnSpc>
            <a:spcBef>
              <a:spcPct val="0"/>
            </a:spcBef>
            <a:spcAft>
              <a:spcPct val="35000"/>
            </a:spcAft>
            <a:buNone/>
          </a:pPr>
          <a:r>
            <a:rPr lang="ko-KR" sz="1600" kern="1200" err="1"/>
            <a:t>Francoar</a:t>
          </a:r>
          <a:r>
            <a:rPr lang="ko-KR" sz="1600" kern="1200"/>
            <a:t> </a:t>
          </a:r>
          <a:r>
            <a:rPr lang="ko-KR" sz="1600" kern="1200" err="1"/>
            <a:t>Henrique</a:t>
          </a:r>
          <a:r>
            <a:rPr lang="en-US" altLang="ko-KR" sz="1600" kern="1200"/>
            <a:t>:</a:t>
          </a:r>
          <a:r>
            <a:rPr lang="ko-KR" sz="1600" kern="1200" err="1"/>
            <a:t>Engenheiro</a:t>
          </a:r>
          <a:r>
            <a:rPr lang="ko-KR" sz="1600" kern="1200"/>
            <a:t> </a:t>
          </a:r>
          <a:r>
            <a:rPr lang="ko-KR" sz="1600" kern="1200" err="1"/>
            <a:t>de</a:t>
          </a:r>
          <a:r>
            <a:rPr lang="ko-KR" sz="1600" kern="1200"/>
            <a:t> </a:t>
          </a:r>
          <a:r>
            <a:rPr lang="ko-KR" sz="1600" kern="1200" err="1"/>
            <a:t>Gameplay</a:t>
          </a:r>
          <a:r>
            <a:rPr lang="ko-KR" sz="1600" kern="1200"/>
            <a:t> </a:t>
          </a:r>
          <a:r>
            <a:rPr lang="ko-KR" sz="1600" kern="1200" err="1"/>
            <a:t>e</a:t>
          </a:r>
          <a:r>
            <a:rPr lang="ko-KR" sz="1600" kern="1200"/>
            <a:t> QA</a:t>
          </a:r>
          <a:endParaRPr lang="ko-KR" altLang="en-US" sz="1600" kern="1200"/>
        </a:p>
      </dsp:txBody>
      <dsp:txXfrm rot="10800000">
        <a:off x="1539409" y="445968"/>
        <a:ext cx="5316135" cy="355939"/>
      </dsp:txXfrm>
    </dsp:sp>
    <dsp:sp modelId="{BEE5BAD9-36EA-40AE-A8AD-3744A594BCD6}">
      <dsp:nvSpPr>
        <dsp:cNvPr id="0" name=""/>
        <dsp:cNvSpPr/>
      </dsp:nvSpPr>
      <dsp:spPr>
        <a:xfrm>
          <a:off x="1272455" y="445968"/>
          <a:ext cx="355939" cy="35593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190A0FA-4AFD-4276-9CCC-D47DFA4CA3FA}">
      <dsp:nvSpPr>
        <dsp:cNvPr id="0" name=""/>
        <dsp:cNvSpPr/>
      </dsp:nvSpPr>
      <dsp:spPr>
        <a:xfrm rot="10800000">
          <a:off x="1450424" y="890893"/>
          <a:ext cx="5405120" cy="35593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960" tIns="60960" rIns="113792" bIns="60960" numCol="1" spcCol="1270" anchor="ctr" anchorCtr="0">
          <a:noAutofit/>
        </a:bodyPr>
        <a:lstStyle/>
        <a:p>
          <a:pPr marL="0" lvl="0" indent="0" algn="ctr" defTabSz="711200" latinLnBrk="1">
            <a:lnSpc>
              <a:spcPct val="90000"/>
            </a:lnSpc>
            <a:spcBef>
              <a:spcPct val="0"/>
            </a:spcBef>
            <a:spcAft>
              <a:spcPct val="35000"/>
            </a:spcAft>
            <a:buNone/>
          </a:pPr>
          <a:r>
            <a:rPr lang="ko-KR" sz="1600" kern="1200" err="1"/>
            <a:t>Jose</a:t>
          </a:r>
          <a:r>
            <a:rPr lang="ko-KR" sz="1600" kern="1200"/>
            <a:t> </a:t>
          </a:r>
          <a:r>
            <a:rPr lang="ko-KR" sz="1600" kern="1200" err="1"/>
            <a:t>Trindade</a:t>
          </a:r>
          <a:r>
            <a:rPr lang="en-US" altLang="ko-KR" sz="1600" kern="1200"/>
            <a:t>:</a:t>
          </a:r>
          <a:r>
            <a:rPr lang="ko-KR" sz="1600" kern="1200" err="1"/>
            <a:t>Designer</a:t>
          </a:r>
          <a:r>
            <a:rPr lang="ko-KR" sz="1600" kern="1200"/>
            <a:t> </a:t>
          </a:r>
          <a:r>
            <a:rPr lang="ko-KR" sz="1600" kern="1200" err="1"/>
            <a:t>de</a:t>
          </a:r>
          <a:r>
            <a:rPr lang="ko-KR" sz="1600" kern="1200"/>
            <a:t> Assets </a:t>
          </a:r>
          <a:r>
            <a:rPr lang="ko-KR" sz="1600" kern="1200" err="1"/>
            <a:t>e</a:t>
          </a:r>
          <a:r>
            <a:rPr lang="ko-KR" sz="1600" kern="1200"/>
            <a:t> </a:t>
          </a:r>
          <a:r>
            <a:rPr lang="ko-KR" sz="1600" kern="1200" err="1"/>
            <a:t>Level</a:t>
          </a:r>
          <a:r>
            <a:rPr lang="ko-KR" sz="1600" kern="1200"/>
            <a:t> </a:t>
          </a:r>
          <a:r>
            <a:rPr lang="ko-KR" sz="1600" kern="1200" err="1"/>
            <a:t>Design</a:t>
          </a:r>
          <a:endParaRPr lang="ko-KR" altLang="en-US" sz="1600" kern="1200"/>
        </a:p>
      </dsp:txBody>
      <dsp:txXfrm rot="10800000">
        <a:off x="1539409" y="890893"/>
        <a:ext cx="5316135" cy="355939"/>
      </dsp:txXfrm>
    </dsp:sp>
    <dsp:sp modelId="{CCFD769D-0DFC-49B8-BD02-7C5D204C8A0D}">
      <dsp:nvSpPr>
        <dsp:cNvPr id="0" name=""/>
        <dsp:cNvSpPr/>
      </dsp:nvSpPr>
      <dsp:spPr>
        <a:xfrm>
          <a:off x="1272455" y="890893"/>
          <a:ext cx="355939" cy="35593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87E962-CAD9-4B28-8812-56EEC0DE7B70}">
      <dsp:nvSpPr>
        <dsp:cNvPr id="0" name=""/>
        <dsp:cNvSpPr/>
      </dsp:nvSpPr>
      <dsp:spPr>
        <a:xfrm rot="10800000">
          <a:off x="1450424" y="1335818"/>
          <a:ext cx="5405120" cy="35593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960" tIns="60960" rIns="113792" bIns="60960" numCol="1" spcCol="1270" anchor="ctr" anchorCtr="0">
          <a:noAutofit/>
        </a:bodyPr>
        <a:lstStyle/>
        <a:p>
          <a:pPr marL="0" lvl="0" indent="0" algn="ctr" defTabSz="711200" latinLnBrk="1">
            <a:lnSpc>
              <a:spcPct val="90000"/>
            </a:lnSpc>
            <a:spcBef>
              <a:spcPct val="0"/>
            </a:spcBef>
            <a:spcAft>
              <a:spcPct val="35000"/>
            </a:spcAft>
            <a:buNone/>
          </a:pPr>
          <a:r>
            <a:rPr lang="ko-KR" sz="1600" kern="1200" err="1"/>
            <a:t>Alan</a:t>
          </a:r>
          <a:r>
            <a:rPr lang="ko-KR" sz="1600" kern="1200"/>
            <a:t> </a:t>
          </a:r>
          <a:r>
            <a:rPr lang="ko-KR" sz="1600" kern="1200" err="1"/>
            <a:t>Miranda</a:t>
          </a:r>
          <a:r>
            <a:rPr lang="en-US" altLang="ko-KR" sz="1600" kern="1200"/>
            <a:t>:</a:t>
          </a:r>
          <a:r>
            <a:rPr lang="ko-KR" sz="1600" kern="1200" err="1"/>
            <a:t>Product</a:t>
          </a:r>
          <a:r>
            <a:rPr lang="ko-KR" sz="1600" kern="1200"/>
            <a:t> </a:t>
          </a:r>
          <a:r>
            <a:rPr lang="ko-KR" sz="1600" kern="1200" err="1"/>
            <a:t>Owner</a:t>
          </a:r>
          <a:r>
            <a:rPr lang="ko-KR" sz="1600" kern="1200"/>
            <a:t> / </a:t>
          </a:r>
          <a:r>
            <a:rPr lang="ko-KR" sz="1600" kern="1200" err="1"/>
            <a:t>Documentação</a:t>
          </a:r>
          <a:endParaRPr lang="ko-KR" altLang="en-US" sz="1600" kern="1200"/>
        </a:p>
      </dsp:txBody>
      <dsp:txXfrm rot="10800000">
        <a:off x="1539409" y="1335818"/>
        <a:ext cx="5316135" cy="355939"/>
      </dsp:txXfrm>
    </dsp:sp>
    <dsp:sp modelId="{070D35E1-A0DD-4833-9DEA-F70BE421EA4D}">
      <dsp:nvSpPr>
        <dsp:cNvPr id="0" name=""/>
        <dsp:cNvSpPr/>
      </dsp:nvSpPr>
      <dsp:spPr>
        <a:xfrm>
          <a:off x="1272455" y="1335818"/>
          <a:ext cx="355939" cy="35593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50EA8F0-BFBC-4AFD-917A-8BEF53005724}">
      <dsp:nvSpPr>
        <dsp:cNvPr id="0" name=""/>
        <dsp:cNvSpPr/>
      </dsp:nvSpPr>
      <dsp:spPr>
        <a:xfrm rot="10800000">
          <a:off x="1450424" y="1780743"/>
          <a:ext cx="5405120" cy="355939"/>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6960" tIns="60960" rIns="113792" bIns="60960" numCol="1" spcCol="1270" anchor="ctr" anchorCtr="0">
          <a:noAutofit/>
        </a:bodyPr>
        <a:lstStyle/>
        <a:p>
          <a:pPr marL="0" lvl="0" indent="0" algn="ctr" defTabSz="711200" latinLnBrk="1">
            <a:lnSpc>
              <a:spcPct val="90000"/>
            </a:lnSpc>
            <a:spcBef>
              <a:spcPct val="0"/>
            </a:spcBef>
            <a:spcAft>
              <a:spcPct val="35000"/>
            </a:spcAft>
            <a:buNone/>
          </a:pPr>
          <a:r>
            <a:rPr lang="ko-KR" sz="1600" kern="1200" err="1"/>
            <a:t>Carlos</a:t>
          </a:r>
          <a:r>
            <a:rPr lang="ko-KR" sz="1600" kern="1200"/>
            <a:t> </a:t>
          </a:r>
          <a:r>
            <a:rPr lang="ko-KR" sz="1600" kern="1200" err="1"/>
            <a:t>Henrique</a:t>
          </a:r>
          <a:r>
            <a:rPr lang="en-US" altLang="ko-KR" sz="1600" kern="1200"/>
            <a:t>:</a:t>
          </a:r>
          <a:r>
            <a:rPr lang="ko-KR" sz="1600" kern="1200" err="1"/>
            <a:t>Engenheiro</a:t>
          </a:r>
          <a:r>
            <a:rPr lang="ko-KR" sz="1600" kern="1200"/>
            <a:t> </a:t>
          </a:r>
          <a:r>
            <a:rPr lang="ko-KR" sz="1600" kern="1200" err="1"/>
            <a:t>de</a:t>
          </a:r>
          <a:r>
            <a:rPr lang="ko-KR" sz="1600" kern="1200"/>
            <a:t> </a:t>
          </a:r>
          <a:r>
            <a:rPr lang="ko-KR" sz="1600" kern="1200" err="1"/>
            <a:t>Integração</a:t>
          </a:r>
          <a:r>
            <a:rPr lang="ko-KR" sz="1600" kern="1200"/>
            <a:t>/</a:t>
          </a:r>
          <a:r>
            <a:rPr lang="ko-KR" sz="1600" kern="1200" err="1"/>
            <a:t>DevOps</a:t>
          </a:r>
          <a:endParaRPr lang="ko-KR" altLang="en-US" sz="1600" kern="1200"/>
        </a:p>
      </dsp:txBody>
      <dsp:txXfrm rot="10800000">
        <a:off x="1539409" y="1780743"/>
        <a:ext cx="5316135" cy="355939"/>
      </dsp:txXfrm>
    </dsp:sp>
    <dsp:sp modelId="{3A4045A6-D307-4329-BB1C-3B875F1C95D1}">
      <dsp:nvSpPr>
        <dsp:cNvPr id="0" name=""/>
        <dsp:cNvSpPr/>
      </dsp:nvSpPr>
      <dsp:spPr>
        <a:xfrm>
          <a:off x="1272455" y="1780743"/>
          <a:ext cx="355939" cy="355939"/>
        </a:xfrm>
        <a:prstGeom prst="ellipse">
          <a:avLst/>
        </a:prstGeom>
        <a:solidFill>
          <a:schemeClr val="accent1">
            <a:tint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72C1FA-8044-47BB-AD8A-88A35A6A14EE}">
      <dsp:nvSpPr>
        <dsp:cNvPr id="0" name=""/>
        <dsp:cNvSpPr/>
      </dsp:nvSpPr>
      <dsp:spPr>
        <a:xfrm>
          <a:off x="5806" y="1429523"/>
          <a:ext cx="3491309" cy="138333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1 Discarte incorreto de lixo: O jogo ensina o jogador a identificar e separar corretamente os resíduos, colocando cada material na lixeira adequada.</a:t>
          </a:r>
        </a:p>
      </dsp:txBody>
      <dsp:txXfrm>
        <a:off x="5806" y="1429523"/>
        <a:ext cx="3491309" cy="1383336"/>
      </dsp:txXfrm>
    </dsp:sp>
    <dsp:sp modelId="{8C9688A8-FF7A-4B5D-AC69-8CCE78910866}">
      <dsp:nvSpPr>
        <dsp:cNvPr id="0" name=""/>
        <dsp:cNvSpPr/>
      </dsp:nvSpPr>
      <dsp:spPr>
        <a:xfrm>
          <a:off x="5806" y="2812860"/>
          <a:ext cx="3491309" cy="658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55393080-E217-444B-B45C-69378FEB0277}">
      <dsp:nvSpPr>
        <dsp:cNvPr id="0" name=""/>
        <dsp:cNvSpPr/>
      </dsp:nvSpPr>
      <dsp:spPr>
        <a:xfrm>
          <a:off x="3985898" y="1429523"/>
          <a:ext cx="3491309" cy="138333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t>2 Falta de concintização sobre reciclagem: O jogo transforma a reciclagem em uma experiência divertida e interativa, ajudando o jogador a aprender a importância de reciclar</a:t>
          </a:r>
        </a:p>
      </dsp:txBody>
      <dsp:txXfrm>
        <a:off x="3985898" y="1429523"/>
        <a:ext cx="3491309" cy="1383336"/>
      </dsp:txXfrm>
    </dsp:sp>
    <dsp:sp modelId="{3F0E6F71-1C69-448F-BD69-2B8BADE2D53E}">
      <dsp:nvSpPr>
        <dsp:cNvPr id="0" name=""/>
        <dsp:cNvSpPr/>
      </dsp:nvSpPr>
      <dsp:spPr>
        <a:xfrm>
          <a:off x="3985898" y="2812860"/>
          <a:ext cx="3491309" cy="658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579EAF0-0713-4EE1-880A-E53B50D20AFB}">
      <dsp:nvSpPr>
        <dsp:cNvPr id="0" name=""/>
        <dsp:cNvSpPr/>
      </dsp:nvSpPr>
      <dsp:spPr>
        <a:xfrm>
          <a:off x="7965991" y="1429523"/>
          <a:ext cx="3491309" cy="138333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r>
            <a:rPr lang="en-US" sz="1500" kern="1200">
              <a:latin typeface="Neue Haas Grotesk Text Pro"/>
            </a:rPr>
            <a:t>3 Excesso de residuos enviandos para aterros/ lixões: O jogo incentiva a separação correta  evitando o acumolo de residuos  em lixões e aterros sanitarios</a:t>
          </a:r>
        </a:p>
      </dsp:txBody>
      <dsp:txXfrm>
        <a:off x="7965991" y="1429523"/>
        <a:ext cx="3491309" cy="1383336"/>
      </dsp:txXfrm>
    </dsp:sp>
    <dsp:sp modelId="{48DF20D1-1A0C-4D2F-8E03-14D01218C073}">
      <dsp:nvSpPr>
        <dsp:cNvPr id="0" name=""/>
        <dsp:cNvSpPr/>
      </dsp:nvSpPr>
      <dsp:spPr>
        <a:xfrm>
          <a:off x="7965991" y="2812860"/>
          <a:ext cx="3491309" cy="658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94D5A12-6AA9-483C-AF0D-9A9ECCEB5EC3}">
      <dsp:nvSpPr>
        <dsp:cNvPr id="0" name=""/>
        <dsp:cNvSpPr/>
      </dsp:nvSpPr>
      <dsp:spPr>
        <a:xfrm>
          <a:off x="11946084" y="1429523"/>
          <a:ext cx="3491309" cy="1383336"/>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60960" rIns="106680" bIns="60960" numCol="1" spcCol="1270" anchor="ctr" anchorCtr="0">
          <a:noAutofit/>
        </a:bodyPr>
        <a:lstStyle/>
        <a:p>
          <a:pPr marL="0" lvl="0" indent="0" algn="ctr" defTabSz="666750">
            <a:lnSpc>
              <a:spcPct val="90000"/>
            </a:lnSpc>
            <a:spcBef>
              <a:spcPct val="0"/>
            </a:spcBef>
            <a:spcAft>
              <a:spcPct val="35000"/>
            </a:spcAft>
            <a:buNone/>
          </a:pPr>
          <a:endParaRPr lang="en-US" sz="1500" kern="1200">
            <a:latin typeface="Neue Haas Grotesk Text Pro"/>
          </a:endParaRPr>
        </a:p>
      </dsp:txBody>
      <dsp:txXfrm>
        <a:off x="11946084" y="1429523"/>
        <a:ext cx="3491309" cy="1383336"/>
      </dsp:txXfrm>
    </dsp:sp>
    <dsp:sp modelId="{ECF8B648-A08E-4264-BB8E-41E4B264F0F3}">
      <dsp:nvSpPr>
        <dsp:cNvPr id="0" name=""/>
        <dsp:cNvSpPr/>
      </dsp:nvSpPr>
      <dsp:spPr>
        <a:xfrm>
          <a:off x="11946084" y="2812860"/>
          <a:ext cx="3491309" cy="6588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D4D780-AF69-42F3-9215-7FD35A4F9B3E}">
      <dsp:nvSpPr>
        <dsp:cNvPr id="0" name=""/>
        <dsp:cNvSpPr/>
      </dsp:nvSpPr>
      <dsp:spPr>
        <a:xfrm>
          <a:off x="622800" y="76683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55F3BED-CBF0-4225-AA66-57D3A6A73FFB}">
      <dsp:nvSpPr>
        <dsp:cNvPr id="0" name=""/>
        <dsp:cNvSpPr/>
      </dsp:nvSpPr>
      <dsp:spPr>
        <a:xfrm>
          <a:off x="127800" y="1999500"/>
          <a:ext cx="1800000" cy="1584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pt-BR" sz="1100" b="1" kern="1200"/>
            <a:t>01. Pesquisa</a:t>
          </a:r>
          <a:br>
            <a:rPr lang="pt-BR" sz="1100" b="1" kern="1200"/>
          </a:br>
          <a:r>
            <a:rPr lang="pt-BR" sz="1100" b="1" kern="1200"/>
            <a:t>Realizamos pesquisas para identificar as principais dificuldades das pessoas em relação à separação e ao descarte correto de resíduos.</a:t>
          </a:r>
          <a:endParaRPr lang="en-US" sz="1100" kern="1200"/>
        </a:p>
      </dsp:txBody>
      <dsp:txXfrm>
        <a:off x="127800" y="1999500"/>
        <a:ext cx="1800000" cy="1584999"/>
      </dsp:txXfrm>
    </dsp:sp>
    <dsp:sp modelId="{D529AF6B-FDC7-45DE-BE5C-DFB2342078E8}">
      <dsp:nvSpPr>
        <dsp:cNvPr id="0" name=""/>
        <dsp:cNvSpPr/>
      </dsp:nvSpPr>
      <dsp:spPr>
        <a:xfrm>
          <a:off x="2737800" y="76683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46D96EB-BA20-4DFB-ADDC-0756EEFC8A3E}">
      <dsp:nvSpPr>
        <dsp:cNvPr id="0" name=""/>
        <dsp:cNvSpPr/>
      </dsp:nvSpPr>
      <dsp:spPr>
        <a:xfrm>
          <a:off x="2242800" y="1999500"/>
          <a:ext cx="1800000" cy="1584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pt-BR" sz="1100" b="1" kern="1200"/>
            <a:t>02. Ideação</a:t>
          </a:r>
          <a:br>
            <a:rPr lang="pt-BR" sz="1100" b="1" kern="1200"/>
          </a:br>
          <a:r>
            <a:rPr lang="pt-BR" sz="1100" b="1" kern="1200"/>
            <a:t>Criamos ideias para um site educativo que utiliza elementos de gamificação para ensinar, de forma simples e divertida, como descartar diferentes tipos de lixo.</a:t>
          </a:r>
          <a:endParaRPr lang="en-US" sz="1100" kern="1200"/>
        </a:p>
      </dsp:txBody>
      <dsp:txXfrm>
        <a:off x="2242800" y="1999500"/>
        <a:ext cx="1800000" cy="1584999"/>
      </dsp:txXfrm>
    </dsp:sp>
    <dsp:sp modelId="{AE89DA73-D2EC-4420-8E54-3599188CC583}">
      <dsp:nvSpPr>
        <dsp:cNvPr id="0" name=""/>
        <dsp:cNvSpPr/>
      </dsp:nvSpPr>
      <dsp:spPr>
        <a:xfrm>
          <a:off x="4852800" y="76683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99DF08E-303A-4FF4-8D61-3471A325A9DA}">
      <dsp:nvSpPr>
        <dsp:cNvPr id="0" name=""/>
        <dsp:cNvSpPr/>
      </dsp:nvSpPr>
      <dsp:spPr>
        <a:xfrm>
          <a:off x="4357800" y="1999500"/>
          <a:ext cx="1800000" cy="1584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pt-BR" sz="1100" b="1" kern="1200"/>
            <a:t>03. Wireframing</a:t>
          </a:r>
          <a:br>
            <a:rPr lang="pt-BR" sz="1100" b="1" kern="1200"/>
          </a:br>
          <a:r>
            <a:rPr lang="pt-BR" sz="1100" b="1" kern="1200"/>
            <a:t>Desenvolvemos os primeiros wireframes e fluxos de navegação, definindo a estrutura do site, as telas do jogo e a organização das informações.</a:t>
          </a:r>
          <a:endParaRPr lang="en-US" sz="1100" kern="1200"/>
        </a:p>
      </dsp:txBody>
      <dsp:txXfrm>
        <a:off x="4357800" y="1999500"/>
        <a:ext cx="1800000" cy="1584999"/>
      </dsp:txXfrm>
    </dsp:sp>
    <dsp:sp modelId="{D0DA4DD8-DD23-4399-83FB-7816F7064066}">
      <dsp:nvSpPr>
        <dsp:cNvPr id="0" name=""/>
        <dsp:cNvSpPr/>
      </dsp:nvSpPr>
      <dsp:spPr>
        <a:xfrm>
          <a:off x="6967800" y="76683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5E90B41-8355-4C5F-B8FA-5A3C1A9A35AD}">
      <dsp:nvSpPr>
        <dsp:cNvPr id="0" name=""/>
        <dsp:cNvSpPr/>
      </dsp:nvSpPr>
      <dsp:spPr>
        <a:xfrm>
          <a:off x="6472800" y="1999500"/>
          <a:ext cx="1800000" cy="1584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pt-BR" sz="1100" b="1" kern="1200"/>
            <a:t>04. Prototipagem</a:t>
          </a:r>
          <a:br>
            <a:rPr lang="pt-BR" sz="1100" b="1" kern="1200"/>
          </a:br>
          <a:r>
            <a:rPr lang="pt-BR" sz="1100" b="1" kern="1200"/>
            <a:t>Criamos um protótipo funcional do jogo para testar a interação dos usuários e avaliar se a dinâmica facilita o aprendizado sobre a separação dos resíduos.</a:t>
          </a:r>
          <a:endParaRPr lang="en-US" sz="1100" kern="1200"/>
        </a:p>
      </dsp:txBody>
      <dsp:txXfrm>
        <a:off x="6472800" y="1999500"/>
        <a:ext cx="1800000" cy="1584999"/>
      </dsp:txXfrm>
    </dsp:sp>
    <dsp:sp modelId="{14002986-5ED2-4D79-BC3D-733AD9AAE210}">
      <dsp:nvSpPr>
        <dsp:cNvPr id="0" name=""/>
        <dsp:cNvSpPr/>
      </dsp:nvSpPr>
      <dsp:spPr>
        <a:xfrm>
          <a:off x="9082800" y="766837"/>
          <a:ext cx="810000" cy="810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AF28E60-8403-4BB5-A1A9-5772CC4EA4A5}">
      <dsp:nvSpPr>
        <dsp:cNvPr id="0" name=""/>
        <dsp:cNvSpPr/>
      </dsp:nvSpPr>
      <dsp:spPr>
        <a:xfrm>
          <a:off x="8587800" y="1999500"/>
          <a:ext cx="1800000" cy="158499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488950">
            <a:lnSpc>
              <a:spcPct val="100000"/>
            </a:lnSpc>
            <a:spcBef>
              <a:spcPct val="0"/>
            </a:spcBef>
            <a:spcAft>
              <a:spcPct val="35000"/>
            </a:spcAft>
            <a:buNone/>
          </a:pPr>
          <a:r>
            <a:rPr lang="pt-BR" sz="1100" b="1" kern="1200"/>
            <a:t>05. Desenvolvimento Final</a:t>
          </a:r>
          <a:br>
            <a:rPr lang="pt-BR" sz="1100" b="1" kern="1200"/>
          </a:br>
          <a:r>
            <a:rPr lang="pt-BR" sz="1100" b="1" kern="1200"/>
            <a:t>Desenvolvemos o site com o jogo integrado, conteúdos educativos e uma interface responsiva, proporcionando uma experiência interativa de aprendizado sobre o descarte correto do lixo.</a:t>
          </a:r>
          <a:endParaRPr lang="en-US" sz="1100" kern="1200"/>
        </a:p>
      </dsp:txBody>
      <dsp:txXfrm>
        <a:off x="8587800" y="1999500"/>
        <a:ext cx="1800000" cy="1584999"/>
      </dsp:txXfrm>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7DF5BAF5-ABAB-4575-8E56-D109A3D17F9F}" type="slidenum">
              <a:rPr lang="en-US" dirty="0"/>
              <a:t>‹nº›</a:t>
            </a:fld>
            <a:endParaRPr lang="en-US"/>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69476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7DF5BAF5-ABAB-4575-8E56-D109A3D17F9F}" type="slidenum">
              <a:rPr lang="en-US" dirty="0"/>
              <a:t>‹nº›</a:t>
            </a:fld>
            <a:endParaRPr lang="en-US"/>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9894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p>
        </p:txBody>
      </p:sp>
      <p:sp>
        <p:nvSpPr>
          <p:cNvPr id="11" name="Picture Placeholder 10">
            <a:extLst>
              <a:ext uri="{FF2B5EF4-FFF2-40B4-BE49-F238E27FC236}">
                <a16:creationId xmlns:a16="http://schemas.microsoft.com/office/drawing/2014/main" id="{B24A208E-BD69-BB12-21B8-DA405B501FA8}"/>
              </a:ext>
            </a:extLst>
          </p:cNvPr>
          <p:cNvSpPr>
            <a:spLocks noGrp="1" noChangeAspect="1"/>
          </p:cNvSpPr>
          <p:nvPr>
            <p:ph type="pic" sz="quarter" idx="13" hasCustomPrompt="1"/>
          </p:nvPr>
        </p:nvSpPr>
        <p:spPr>
          <a:xfrm>
            <a:off x="0" y="1"/>
            <a:ext cx="12191999" cy="4467828"/>
          </a:xfrm>
          <a:blipFill dpi="0" rotWithShape="1">
            <a:blip r:embed="rId2">
              <a:alphaModFix amt="60000"/>
            </a:blip>
            <a:srcRect/>
            <a:stretch>
              <a:fillRect/>
            </a:stretch>
          </a:blipFill>
        </p:spPr>
        <p:txBody>
          <a:bodyPr anchor="t"/>
          <a:lstStyle>
            <a:lvl1pPr marL="0" indent="0">
              <a:buNone/>
              <a:defRPr/>
            </a:lvl1pPr>
          </a:lstStyle>
          <a:p>
            <a:endParaRP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endParaRPr lang="en-US"/>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2ABAD28B-DD56-4B56-883A-96608C765E28}" type="datetimeFigureOut">
              <a:rPr lang="en-US" dirty="0"/>
              <a:pPr/>
              <a:t>9/18/2026</a:t>
            </a:fld>
            <a:endParaRPr lang="en-US"/>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7DF5BAF5-ABAB-4575-8E56-D109A3D17F9F}" type="slidenum">
              <a:rPr lang="en-US" dirty="0"/>
              <a:pPr/>
              <a:t>‹nº›</a:t>
            </a:fld>
            <a:endParaRPr lang="en-US"/>
          </a:p>
        </p:txBody>
      </p:sp>
    </p:spTree>
    <p:extLst>
      <p:ext uri="{BB962C8B-B14F-4D97-AF65-F5344CB8AC3E}">
        <p14:creationId xmlns:p14="http://schemas.microsoft.com/office/powerpoint/2010/main" val="91184185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p>
        </p:txBody>
      </p:sp>
      <p:sp>
        <p:nvSpPr>
          <p:cNvPr id="14" name="Picture Placeholder 13">
            <a:extLst>
              <a:ext uri="{FF2B5EF4-FFF2-40B4-BE49-F238E27FC236}">
                <a16:creationId xmlns:a16="http://schemas.microsoft.com/office/drawing/2014/main" id="{51A639AF-317A-79DF-3175-64C726EA3189}"/>
              </a:ext>
            </a:extLst>
          </p:cNvPr>
          <p:cNvSpPr>
            <a:spLocks noGrp="1" noChangeAspect="1"/>
          </p:cNvSpPr>
          <p:nvPr>
            <p:ph type="pic" sz="quarter" idx="14" hasCustomPrompt="1"/>
          </p:nvPr>
        </p:nvSpPr>
        <p:spPr>
          <a:xfrm>
            <a:off x="0" y="0"/>
            <a:ext cx="7617785" cy="6858000"/>
          </a:xfrm>
          <a:custGeom>
            <a:avLst/>
            <a:gdLst/>
            <a:ahLst/>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
              </a:t>
            </a:r>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9/18/2026</a:t>
            </a:fld>
            <a:endParaRPr lang="en-US"/>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‹nº›</a:t>
            </a:fld>
            <a:endParaRPr lang="en-US"/>
          </a:p>
        </p:txBody>
      </p:sp>
    </p:spTree>
    <p:extLst>
      <p:ext uri="{BB962C8B-B14F-4D97-AF65-F5344CB8AC3E}">
        <p14:creationId xmlns:p14="http://schemas.microsoft.com/office/powerpoint/2010/main" val="23378183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endParaRPr lang="en-US"/>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2ABAD28B-DD56-4B56-883A-96608C765E28}" type="datetimeFigureOut">
              <a:rPr lang="en-US" dirty="0"/>
              <a:pPr/>
              <a:t>9/18/2026</a:t>
            </a:fld>
            <a:endParaRPr lang="en-US"/>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7DF5BAF5-ABAB-4575-8E56-D109A3D17F9F}" type="slidenum">
              <a:rPr lang="en-US" dirty="0"/>
              <a:pPr/>
              <a:t>‹nº›</a:t>
            </a:fld>
            <a:endParaRPr lang="en-US"/>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76077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8A60B404-9532-4DA8-8A40-EC339A5BE635}" type="datetimeFigureOut">
              <a:rPr lang="en-US" dirty="0"/>
              <a:t>9/18/2026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C057153-B650-4DEB-B370-79DDCFDCE934}" type="slidenum">
              <a:rPr lang="en-US" dirty="0"/>
              <a:t>‹nº›</a:t>
            </a:fld>
            <a:endParaRPr lang="en-US"/>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5315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8A60B404-9532-4DA8-8A40-EC339A5BE635}" type="datetimeFigureOut">
              <a:rPr lang="en-US" dirty="0"/>
              <a:t>9/18/2026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CC057153-B650-4DEB-B370-79DDCFDCE934}" type="slidenum">
              <a:rPr lang="en-US" dirty="0"/>
              <a:t>‹nº›</a:t>
            </a:fld>
            <a:endParaRPr lang="en-US"/>
          </a:p>
        </p:txBody>
      </p:sp>
      <p:sp>
        <p:nvSpPr>
          <p:cNvPr id="6" name="Picture Placeholder 10">
            <a:extLst>
              <a:ext uri="{FF2B5EF4-FFF2-40B4-BE49-F238E27FC236}">
                <a16:creationId xmlns:a16="http://schemas.microsoft.com/office/drawing/2014/main" id="{E4B52E79-E470-1B1A-EADF-94DA7253B328}"/>
              </a:ext>
            </a:extLst>
          </p:cNvPr>
          <p:cNvSpPr>
            <a:spLocks noGrp="1" noChangeAspect="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nchor="t"/>
          <a:lstStyle>
            <a:lvl1pPr>
              <a:defRPr/>
            </a:lvl1pPr>
          </a:lstStyle>
          <a:p>
            <a:endParaRP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1425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802AB700-8552-46A0-B700-5DA0068ADBFC}" type="datetimeFigureOut">
              <a:rPr lang="en-US" dirty="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‹nº›</a:t>
            </a:fld>
            <a:endParaRPr lang="en-US"/>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64425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00D9374-B0AF-43C5-90A8-C409C7D54B55}" type="datetimeFigureOut">
              <a:rPr lang="en-US" dirty="0"/>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dirty="0"/>
              <a:t>‹nº›</a:t>
            </a:fld>
            <a:endParaRPr lang="en-US"/>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71145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p>
        </p:txBody>
      </p:sp>
      <p:sp>
        <p:nvSpPr>
          <p:cNvPr id="6" name="Picture Placeholder 10">
            <a:extLst>
              <a:ext uri="{FF2B5EF4-FFF2-40B4-BE49-F238E27FC236}">
                <a16:creationId xmlns:a16="http://schemas.microsoft.com/office/drawing/2014/main" id="{6FB7CB50-241E-E6B6-1C0E-1B5466B14779}"/>
              </a:ext>
            </a:extLst>
          </p:cNvPr>
          <p:cNvSpPr>
            <a:spLocks noGrp="1" noChangeAspect="1"/>
          </p:cNvSpPr>
          <p:nvPr>
            <p:ph type="pic" sz="quarter" idx="13" hasCustomPrompt="1"/>
          </p:nvPr>
        </p:nvSpPr>
        <p:spPr>
          <a:xfrm>
            <a:off x="12192" y="0"/>
            <a:ext cx="4506585"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
              </a:t>
            </a:r>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9/18/2026</a:t>
            </a:fld>
            <a:endParaRPr lang="en-US"/>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‹nº›</a:t>
            </a:fld>
            <a:endParaRPr lang="en-US"/>
          </a:p>
        </p:txBody>
      </p:sp>
    </p:spTree>
    <p:extLst>
      <p:ext uri="{BB962C8B-B14F-4D97-AF65-F5344CB8AC3E}">
        <p14:creationId xmlns:p14="http://schemas.microsoft.com/office/powerpoint/2010/main" val="31033580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p>
        </p:txBody>
      </p:sp>
      <p:sp>
        <p:nvSpPr>
          <p:cNvPr id="15" name="Picture Placeholder 10">
            <a:extLst>
              <a:ext uri="{FF2B5EF4-FFF2-40B4-BE49-F238E27FC236}">
                <a16:creationId xmlns:a16="http://schemas.microsoft.com/office/drawing/2014/main" id="{5189CF27-6D02-DB0D-F5D1-1535F1479166}"/>
              </a:ext>
            </a:extLst>
          </p:cNvPr>
          <p:cNvSpPr>
            <a:spLocks noGrp="1" noChangeAspect="1"/>
          </p:cNvSpPr>
          <p:nvPr>
            <p:ph type="pic" sz="quarter" idx="19" hasCustomPrompt="1"/>
          </p:nvPr>
        </p:nvSpPr>
        <p:spPr>
          <a:xfrm>
            <a:off x="0"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
              </a:t>
            </a:r>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2ABAD28B-DD56-4B56-883A-96608C765E28}" type="datetimeFigureOut">
              <a:rPr lang="en-US" dirty="0"/>
              <a:pPr/>
              <a:t>9/18/2026</a:t>
            </a:fld>
            <a:endParaRPr lang="en-US"/>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‹nº›</a:t>
            </a:fld>
            <a:endParaRPr lang="en-US"/>
          </a:p>
        </p:txBody>
      </p:sp>
    </p:spTree>
    <p:extLst>
      <p:ext uri="{BB962C8B-B14F-4D97-AF65-F5344CB8AC3E}">
        <p14:creationId xmlns:p14="http://schemas.microsoft.com/office/powerpoint/2010/main" val="560018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
              </a:t>
            </a:r>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2ABAD28B-DD56-4B56-883A-96608C765E28}" type="datetimeFigureOut">
              <a:rPr lang="en-US" dirty="0"/>
              <a:pPr/>
              <a:t>9/18/2026</a:t>
            </a:fld>
            <a:endParaRPr lang="en-US"/>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AEAA3239-9EA4-4A65-A281-97F994456D9F}" type="slidenum">
              <a:rPr lang="en-US" dirty="0"/>
              <a:t>‹nº›</a:t>
            </a:fld>
            <a:endParaRPr lang="en-US"/>
          </a:p>
        </p:txBody>
      </p:sp>
      <p:sp>
        <p:nvSpPr>
          <p:cNvPr id="12" name="Picture Placeholder 10">
            <a:extLst>
              <a:ext uri="{FF2B5EF4-FFF2-40B4-BE49-F238E27FC236}">
                <a16:creationId xmlns:a16="http://schemas.microsoft.com/office/drawing/2014/main" id="{61964118-5CFA-FFA8-E19F-A107D63DDC08}"/>
              </a:ext>
            </a:extLst>
          </p:cNvPr>
          <p:cNvSpPr>
            <a:spLocks noGrp="1" noChangeAspect="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20049051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
              </a:t>
            </a:r>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2ABAD28B-DD56-4B56-883A-96608C765E28}" type="datetimeFigureOut">
              <a:rPr lang="en-US" dirty="0"/>
              <a:pPr/>
              <a:t>9/18/2026</a:t>
            </a:fld>
            <a:endParaRPr lang="en-US"/>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AEAA3239-9EA4-4A65-A281-97F994456D9F}" type="slidenum">
              <a:rPr lang="en-US" dirty="0"/>
              <a:t>‹nº›</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40094714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
              </a:t>
            </a:r>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2ABAD28B-DD56-4B56-883A-96608C765E28}" type="datetimeFigureOut">
              <a:rPr lang="en-US" dirty="0"/>
              <a:pPr/>
              <a:t>9/18/2026</a:t>
            </a:fld>
            <a:endParaRPr lang="en-US"/>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AEAA3239-9EA4-4A65-A281-97F994456D9F}" type="slidenum">
              <a:rPr lang="en-US" dirty="0"/>
              <a:t>‹nº›</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nchor="t"/>
          <a:lstStyle>
            <a:lvl1pPr marL="0" indent="0">
              <a:buNone/>
              <a:defRPr/>
            </a:lvl1pPr>
          </a:lstStyle>
          <a:p>
            <a:endParaRPr/>
          </a:p>
        </p:txBody>
      </p:sp>
    </p:spTree>
    <p:extLst>
      <p:ext uri="{BB962C8B-B14F-4D97-AF65-F5344CB8AC3E}">
        <p14:creationId xmlns:p14="http://schemas.microsoft.com/office/powerpoint/2010/main" val="13902588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p>
        </p:txBody>
      </p:sp>
      <p:sp>
        <p:nvSpPr>
          <p:cNvPr id="2" name="Picture Placeholder 9">
            <a:extLst>
              <a:ext uri="{FF2B5EF4-FFF2-40B4-BE49-F238E27FC236}">
                <a16:creationId xmlns:a16="http://schemas.microsoft.com/office/drawing/2014/main" id="{2A43D9F3-C10E-5B48-BB59-16A8600BD36F}"/>
              </a:ext>
            </a:extLst>
          </p:cNvPr>
          <p:cNvSpPr>
            <a:spLocks noGrp="1" noChangeAspect="1"/>
          </p:cNvSpPr>
          <p:nvPr>
            <p:ph type="pic" sz="quarter" idx="13" hasCustomPrompt="1"/>
          </p:nvPr>
        </p:nvSpPr>
        <p:spPr>
          <a:xfrm>
            <a:off x="12192" y="0"/>
            <a:ext cx="7481777" cy="6858000"/>
          </a:xfrm>
          <a:custGeom>
            <a:avLst/>
            <a:gdLst/>
            <a:ahLst/>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
              </a:t>
            </a:r>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2ABAD28B-DD56-4B56-883A-96608C765E28}" type="datetimeFigureOut">
              <a:rPr lang="en-US" dirty="0"/>
              <a:pPr/>
              <a:t>9/18/2026</a:t>
            </a:fld>
            <a:endParaRPr lang="en-US"/>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AEAA3239-9EA4-4A65-A281-97F994456D9F}" type="slidenum">
              <a:rPr lang="en-US" dirty="0"/>
              <a:t>‹nº›</a:t>
            </a:fld>
            <a:endParaRPr lang="en-US"/>
          </a:p>
        </p:txBody>
      </p:sp>
    </p:spTree>
    <p:extLst>
      <p:ext uri="{BB962C8B-B14F-4D97-AF65-F5344CB8AC3E}">
        <p14:creationId xmlns:p14="http://schemas.microsoft.com/office/powerpoint/2010/main" val="9528772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noChangeAspect="1"/>
          </p:cNvSpPr>
          <p:nvPr>
            <p:ph type="pic" sz="quarter" idx="13" hasCustomPrompt="1"/>
          </p:nvPr>
        </p:nvSpPr>
        <p:spPr>
          <a:xfrm>
            <a:off x="-1" y="0"/>
            <a:ext cx="12192000" cy="3443331"/>
          </a:xfrm>
          <a:blipFill dpi="0" rotWithShape="1">
            <a:blip r:embed="rId2">
              <a:alphaModFix amt="60000"/>
            </a:blip>
            <a:srcRect/>
            <a:stretch>
              <a:fillRect/>
            </a:stretch>
          </a:blipFill>
        </p:spPr>
        <p:txBody>
          <a:bodyPr anchor="t"/>
          <a:lstStyle>
            <a:lvl1pPr marL="0" indent="0">
              <a:buNone/>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2ABAD28B-DD56-4B56-883A-96608C765E28}" type="datetimeFigureOut">
              <a:rPr lang="en-US" dirty="0"/>
              <a:pPr/>
              <a:t>9/18/2026</a:t>
            </a:fld>
            <a:endParaRPr lang="en-US"/>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endParaRPr lang="en-US"/>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7DF5BAF5-ABAB-4575-8E56-D109A3D17F9F}" type="slidenum">
              <a:rPr lang="en-US" dirty="0"/>
              <a:pPr/>
              <a:t>‹nº›</a:t>
            </a:fld>
            <a:endParaRPr lang="en-US"/>
          </a:p>
        </p:txBody>
      </p:sp>
    </p:spTree>
    <p:extLst>
      <p:ext uri="{BB962C8B-B14F-4D97-AF65-F5344CB8AC3E}">
        <p14:creationId xmlns:p14="http://schemas.microsoft.com/office/powerpoint/2010/main" val="48321168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p>
        </p:txBody>
      </p:sp>
      <p:sp>
        <p:nvSpPr>
          <p:cNvPr id="12" name="Picture Placeholder 11">
            <a:extLst>
              <a:ext uri="{FF2B5EF4-FFF2-40B4-BE49-F238E27FC236}">
                <a16:creationId xmlns:a16="http://schemas.microsoft.com/office/drawing/2014/main" id="{96F64025-FA05-CC42-8294-F944BC95DD00}"/>
              </a:ext>
            </a:extLst>
          </p:cNvPr>
          <p:cNvSpPr>
            <a:spLocks noGrp="1" noChangeAspect="1"/>
          </p:cNvSpPr>
          <p:nvPr>
            <p:ph type="pic" sz="quarter" idx="13" hasCustomPrompt="1"/>
          </p:nvPr>
        </p:nvSpPr>
        <p:spPr>
          <a:xfrm>
            <a:off x="1" y="2286008"/>
            <a:ext cx="6096000" cy="4571992"/>
          </a:xfrm>
          <a:custGeom>
            <a:avLst/>
            <a:gdLst/>
            <a:ahLst/>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chor="t">
            <a:noAutofit/>
          </a:bodyPr>
          <a:lstStyle>
            <a:lvl1pPr>
              <a:defRPr lang="en-US" dirty="0"/>
            </a:lvl1pPr>
          </a:lstStyle>
          <a:p>
            <a:pPr marL="0" lvl="0" indent="0">
              <a:buNone/>
            </a:pPr>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endParaRPr lang="en-US"/>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2ABAD28B-DD56-4B56-883A-96608C765E28}" type="datetimeFigureOut">
              <a:rPr lang="en-US" dirty="0"/>
              <a:pPr/>
              <a:t>9/18/2026</a:t>
            </a:fld>
            <a:endParaRPr lang="en-US"/>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7DF5BAF5-ABAB-4575-8E56-D109A3D17F9F}" type="slidenum">
              <a:rPr lang="en-US" dirty="0"/>
              <a:pPr/>
              <a:t>‹nº›</a:t>
            </a:fld>
            <a:endParaRPr lang="en-US"/>
          </a:p>
        </p:txBody>
      </p:sp>
    </p:spTree>
    <p:extLst>
      <p:ext uri="{BB962C8B-B14F-4D97-AF65-F5344CB8AC3E}">
        <p14:creationId xmlns:p14="http://schemas.microsoft.com/office/powerpoint/2010/main" val="14441595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p>
        </p:txBody>
      </p:sp>
      <p:sp>
        <p:nvSpPr>
          <p:cNvPr id="9" name="Picture Placeholder 10">
            <a:extLst>
              <a:ext uri="{FF2B5EF4-FFF2-40B4-BE49-F238E27FC236}">
                <a16:creationId xmlns:a16="http://schemas.microsoft.com/office/drawing/2014/main" id="{9ADE1102-BF4C-FC7C-22F6-B8453DE3B195}"/>
              </a:ext>
            </a:extLst>
          </p:cNvPr>
          <p:cNvSpPr>
            <a:spLocks noGrp="1" noChangeAspect="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nchor="t"/>
          <a:lstStyle>
            <a:lvl1pPr marL="0" indent="0">
              <a:buNone/>
              <a:defRPr/>
            </a:lvl1pPr>
          </a:lstStyle>
          <a:p>
            <a:endParaRP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73859A7-84EB-4384-87AF-59CC16704CF8}" type="datetimeFigureOut">
              <a:rPr lang="en-US" dirty="0"/>
              <a:t>9/18/2026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dirty="0"/>
              <a:t>‹nº›</a:t>
            </a:fld>
            <a:endParaRPr lang="en-US"/>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92033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E5AD3D17-73C9-402C-91E7-BA73E6829C50}" type="datetimeFigureOut">
              <a:rPr lang="en-US" dirty="0"/>
              <a:pPr/>
              <a:t>9/18/2026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CC057153-B650-4DEB-B370-79DDCFDCE934}" type="slidenum">
              <a:rPr lang="en-US" dirty="0"/>
              <a:pPr/>
              <a:t>‹nº›</a:t>
            </a:fld>
            <a:endParaRPr lang="en-US"/>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746227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07735E4-737B-43D4-B991-92C3D63DE68F}" type="datetimeFigureOut">
              <a:rPr lang="en-US" dirty="0"/>
              <a:t>9/18/2026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C057153-B650-4DEB-B370-79DDCFDCE934}" type="slidenum">
              <a:rPr lang="en-US" dirty="0"/>
              <a:pPr/>
              <a:t>‹nº›</a:t>
            </a:fld>
            <a:endParaRPr lang="en-US"/>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08713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4D63035D-22A0-4334-A9AE-2457016C8B47}" type="datetimeFigureOut">
              <a:rPr lang="en-US" dirty="0"/>
              <a:t>9/18/2026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dirty="0"/>
              <a:t>‹nº›</a:t>
            </a:fld>
            <a:endParaRPr lang="en-US"/>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538325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endParaRPr lang="en-US"/>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7DF5BAF5-ABAB-4575-8E56-D109A3D17F9F}" type="slidenum">
              <a:rPr lang="en-US" dirty="0"/>
              <a:t>‹nº›</a:t>
            </a:fld>
            <a:endParaRPr lang="en-US"/>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60767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18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endParaRPr lang="en-US"/>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7DF5BAF5-ABAB-4575-8E56-D109A3D17F9F}" type="slidenum">
              <a:rPr lang="en-US" dirty="0"/>
              <a:t>‹nº›</a:t>
            </a:fld>
            <a:endParaRPr lang="en-US"/>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2420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7DF5BAF5-ABAB-4575-8E56-D109A3D17F9F}" type="slidenum">
              <a:rPr lang="en-US" dirty="0"/>
              <a:t>‹nº›</a:t>
            </a:fld>
            <a:endParaRPr lang="en-US"/>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007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2ABAD28B-DD56-4B56-883A-96608C765E28}" type="datetimeFigureOut">
              <a:rPr lang="en-US" dirty="0"/>
              <a:t>9/18/2026</a:t>
            </a:fld>
            <a:endParaRPr lang="en-US"/>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7DF5BAF5-ABAB-4575-8E56-D109A3D17F9F}" type="slidenum">
              <a:rPr lang="en-US" dirty="0"/>
              <a:t>‹nº›</a:t>
            </a:fld>
            <a:endParaRPr lang="en-US"/>
          </a:p>
        </p:txBody>
      </p:sp>
    </p:spTree>
    <p:extLst>
      <p:ext uri="{BB962C8B-B14F-4D97-AF65-F5344CB8AC3E}">
        <p14:creationId xmlns:p14="http://schemas.microsoft.com/office/powerpoint/2010/main" val="36771415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157987AA-E4E6-4FC1-BAD8-09A952212C58}" type="datetimeFigureOut">
              <a:rPr lang="en-US" dirty="0"/>
              <a:pPr/>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‹nº›</a:t>
            </a:fld>
            <a:endParaRPr lang="en-US"/>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4865374"/>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043CF65F-0E21-48DE-8D75-4BF66A547E8E}" type="datetimeFigureOut">
              <a:rPr lang="en-US" dirty="0"/>
              <a:pPr/>
              <a:t>9/18/2026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CC057153-B650-4DEB-B370-79DDCFDCE934}" type="slidenum">
              <a:rPr lang="en-US" dirty="0"/>
              <a:pPr/>
              <a:t>‹nº›</a:t>
            </a:fld>
            <a:endParaRPr lang="en-US"/>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3306727"/>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FC38F8-6693-129C-0B62-493192FABB31}"/>
              </a:ext>
            </a:extLst>
          </p:cNvPr>
          <p:cNvSpPr>
            <a:spLocks noGrp="1"/>
          </p:cNvSpPr>
          <p:nvPr>
            <p:ph type="ctrTitle"/>
          </p:nvPr>
        </p:nvSpPr>
        <p:spPr>
          <a:xfrm>
            <a:off x="1524000" y="1122363"/>
            <a:ext cx="9144000" cy="2387600"/>
          </a:xfrm>
        </p:spPr>
        <p:txBody>
          <a:bodyPr anchor="b"/>
          <a:lstStyle>
            <a:lvl1pPr algn="ctr">
              <a:defRPr sz="6000"/>
            </a:lvl1pPr>
          </a:lstStyle>
          <a:p>
            <a:r>
              <a:rPr lang="pt-BR" altLang="ko-KR"/>
              <a:t>Clique para editar o título Mestre</a:t>
            </a:r>
            <a:endParaRPr lang="ko-KR" altLang="en-US"/>
          </a:p>
        </p:txBody>
      </p:sp>
      <p:sp>
        <p:nvSpPr>
          <p:cNvPr id="3" name="Subtítulo 2">
            <a:extLst>
              <a:ext uri="{FF2B5EF4-FFF2-40B4-BE49-F238E27FC236}">
                <a16:creationId xmlns:a16="http://schemas.microsoft.com/office/drawing/2014/main" id="{7AE80E84-C982-3898-6B92-D585794F9EA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ltLang="ko-KR"/>
              <a:t>Clique para editar o estilo do subtítulo Mestre</a:t>
            </a:r>
            <a:endParaRPr lang="ko-KR" altLang="en-US"/>
          </a:p>
        </p:txBody>
      </p:sp>
      <p:sp>
        <p:nvSpPr>
          <p:cNvPr id="4" name="Espaço Reservado para Data 3">
            <a:extLst>
              <a:ext uri="{FF2B5EF4-FFF2-40B4-BE49-F238E27FC236}">
                <a16:creationId xmlns:a16="http://schemas.microsoft.com/office/drawing/2014/main" id="{994EB61B-F20A-9142-62CB-C28D395608AC}"/>
              </a:ext>
            </a:extLst>
          </p:cNvPr>
          <p:cNvSpPr>
            <a:spLocks noGrp="1"/>
          </p:cNvSpPr>
          <p:nvPr>
            <p:ph type="dt" sz="half" idx="10"/>
          </p:nvPr>
        </p:nvSpPr>
        <p:spPr/>
        <p:txBody>
          <a:bodyPr/>
          <a:lstStyle/>
          <a:p>
            <a:fld id="{EFE0046E-FD30-45C5-905A-0E471CD87809}" type="datetimeFigureOut">
              <a:rPr lang="ko-KR" altLang="en-US" smtClean="0"/>
              <a:t>2026-09-18</a:t>
            </a:fld>
            <a:endParaRPr lang="ko-KR" altLang="en-US"/>
          </a:p>
        </p:txBody>
      </p:sp>
      <p:sp>
        <p:nvSpPr>
          <p:cNvPr id="5" name="Espaço Reservado para Rodapé 4">
            <a:extLst>
              <a:ext uri="{FF2B5EF4-FFF2-40B4-BE49-F238E27FC236}">
                <a16:creationId xmlns:a16="http://schemas.microsoft.com/office/drawing/2014/main" id="{978BDB27-E38D-9A24-57D7-8916A42B7287}"/>
              </a:ext>
            </a:extLst>
          </p:cNvPr>
          <p:cNvSpPr>
            <a:spLocks noGrp="1"/>
          </p:cNvSpPr>
          <p:nvPr>
            <p:ph type="ftr" sz="quarter" idx="11"/>
          </p:nvPr>
        </p:nvSpPr>
        <p:spPr/>
        <p:txBody>
          <a:bodyPr/>
          <a:lstStyle/>
          <a:p>
            <a:endParaRPr lang="ko-KR" altLang="en-US"/>
          </a:p>
        </p:txBody>
      </p:sp>
      <p:sp>
        <p:nvSpPr>
          <p:cNvPr id="6" name="Espaço Reservado para Número de Slide 5">
            <a:extLst>
              <a:ext uri="{FF2B5EF4-FFF2-40B4-BE49-F238E27FC236}">
                <a16:creationId xmlns:a16="http://schemas.microsoft.com/office/drawing/2014/main" id="{5CBA0769-9654-22B2-B361-5DDD00F617D2}"/>
              </a:ext>
            </a:extLst>
          </p:cNvPr>
          <p:cNvSpPr>
            <a:spLocks noGrp="1"/>
          </p:cNvSpPr>
          <p:nvPr>
            <p:ph type="sldNum" sz="quarter" idx="12"/>
          </p:nvPr>
        </p:nvSpPr>
        <p:spPr/>
        <p:txBody>
          <a:bodyPr/>
          <a:lstStyle/>
          <a:p>
            <a:fld id="{D8E14E3A-9B8F-46F2-AF2D-E4419CF85CB0}" type="slidenum">
              <a:rPr lang="ko-KR" altLang="en-US" smtClean="0"/>
              <a:t>‹nº›</a:t>
            </a:fld>
            <a:endParaRPr lang="ko-KR" altLang="en-US"/>
          </a:p>
        </p:txBody>
      </p:sp>
    </p:spTree>
    <p:extLst>
      <p:ext uri="{BB962C8B-B14F-4D97-AF65-F5344CB8AC3E}">
        <p14:creationId xmlns:p14="http://schemas.microsoft.com/office/powerpoint/2010/main" val="471563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6D1CC5-ADDA-08C8-E338-03CA9F9B465E}"/>
              </a:ext>
            </a:extLst>
          </p:cNvPr>
          <p:cNvSpPr>
            <a:spLocks noGrp="1"/>
          </p:cNvSpPr>
          <p:nvPr>
            <p:ph type="title"/>
          </p:nvPr>
        </p:nvSpPr>
        <p:spPr/>
        <p:txBody>
          <a:bodyPr/>
          <a:lstStyle/>
          <a:p>
            <a:r>
              <a:rPr lang="pt-BR" altLang="ko-KR"/>
              <a:t>Clique para editar o título Mestre</a:t>
            </a:r>
            <a:endParaRPr lang="ko-KR" altLang="en-US"/>
          </a:p>
        </p:txBody>
      </p:sp>
      <p:sp>
        <p:nvSpPr>
          <p:cNvPr id="3" name="Espaço Reservado para Conteúdo 2">
            <a:extLst>
              <a:ext uri="{FF2B5EF4-FFF2-40B4-BE49-F238E27FC236}">
                <a16:creationId xmlns:a16="http://schemas.microsoft.com/office/drawing/2014/main" id="{7709C968-591D-F469-2FF9-CC1D34B25D57}"/>
              </a:ext>
            </a:extLst>
          </p:cNvPr>
          <p:cNvSpPr>
            <a:spLocks noGrp="1"/>
          </p:cNvSpPr>
          <p:nvPr>
            <p:ph idx="1"/>
          </p:nvPr>
        </p:nvSpPr>
        <p:spPr/>
        <p:txBody>
          <a:bodyPr/>
          <a:lstStyle/>
          <a:p>
            <a:pPr lvl="0"/>
            <a:r>
              <a:rPr lang="pt-BR" altLang="ko-KR"/>
              <a:t>Clique para editar os estilos de texto Mestres</a:t>
            </a:r>
          </a:p>
          <a:p>
            <a:pPr lvl="1"/>
            <a:r>
              <a:rPr lang="pt-BR" altLang="ko-KR"/>
              <a:t>Segundo nível</a:t>
            </a:r>
          </a:p>
          <a:p>
            <a:pPr lvl="2"/>
            <a:r>
              <a:rPr lang="pt-BR" altLang="ko-KR"/>
              <a:t>Terceiro nível</a:t>
            </a:r>
          </a:p>
          <a:p>
            <a:pPr lvl="3"/>
            <a:r>
              <a:rPr lang="pt-BR" altLang="ko-KR"/>
              <a:t>Quarto nível</a:t>
            </a:r>
          </a:p>
          <a:p>
            <a:pPr lvl="4"/>
            <a:r>
              <a:rPr lang="pt-BR" altLang="ko-KR"/>
              <a:t>Quinto nível</a:t>
            </a:r>
            <a:endParaRPr lang="ko-KR" altLang="en-US"/>
          </a:p>
        </p:txBody>
      </p:sp>
      <p:sp>
        <p:nvSpPr>
          <p:cNvPr id="4" name="Espaço Reservado para Data 3">
            <a:extLst>
              <a:ext uri="{FF2B5EF4-FFF2-40B4-BE49-F238E27FC236}">
                <a16:creationId xmlns:a16="http://schemas.microsoft.com/office/drawing/2014/main" id="{B9D3D61C-D51D-DC40-16A3-D80C3700DAAE}"/>
              </a:ext>
            </a:extLst>
          </p:cNvPr>
          <p:cNvSpPr>
            <a:spLocks noGrp="1"/>
          </p:cNvSpPr>
          <p:nvPr>
            <p:ph type="dt" sz="half" idx="10"/>
          </p:nvPr>
        </p:nvSpPr>
        <p:spPr/>
        <p:txBody>
          <a:bodyPr/>
          <a:lstStyle/>
          <a:p>
            <a:fld id="{EFE0046E-FD30-45C5-905A-0E471CD87809}" type="datetimeFigureOut">
              <a:rPr lang="ko-KR" altLang="en-US" smtClean="0"/>
              <a:t>2026-09-18</a:t>
            </a:fld>
            <a:endParaRPr lang="ko-KR" altLang="en-US"/>
          </a:p>
        </p:txBody>
      </p:sp>
      <p:sp>
        <p:nvSpPr>
          <p:cNvPr id="5" name="Espaço Reservado para Rodapé 4">
            <a:extLst>
              <a:ext uri="{FF2B5EF4-FFF2-40B4-BE49-F238E27FC236}">
                <a16:creationId xmlns:a16="http://schemas.microsoft.com/office/drawing/2014/main" id="{F02CBC89-0A58-4BD8-C7E9-EA231BFE33DE}"/>
              </a:ext>
            </a:extLst>
          </p:cNvPr>
          <p:cNvSpPr>
            <a:spLocks noGrp="1"/>
          </p:cNvSpPr>
          <p:nvPr>
            <p:ph type="ftr" sz="quarter" idx="11"/>
          </p:nvPr>
        </p:nvSpPr>
        <p:spPr/>
        <p:txBody>
          <a:bodyPr/>
          <a:lstStyle/>
          <a:p>
            <a:endParaRPr lang="ko-KR" altLang="en-US"/>
          </a:p>
        </p:txBody>
      </p:sp>
      <p:sp>
        <p:nvSpPr>
          <p:cNvPr id="6" name="Espaço Reservado para Número de Slide 5">
            <a:extLst>
              <a:ext uri="{FF2B5EF4-FFF2-40B4-BE49-F238E27FC236}">
                <a16:creationId xmlns:a16="http://schemas.microsoft.com/office/drawing/2014/main" id="{7DE0F680-E154-F8C5-B040-7E614D0D4C37}"/>
              </a:ext>
            </a:extLst>
          </p:cNvPr>
          <p:cNvSpPr>
            <a:spLocks noGrp="1"/>
          </p:cNvSpPr>
          <p:nvPr>
            <p:ph type="sldNum" sz="quarter" idx="12"/>
          </p:nvPr>
        </p:nvSpPr>
        <p:spPr/>
        <p:txBody>
          <a:bodyPr/>
          <a:lstStyle/>
          <a:p>
            <a:fld id="{D8E14E3A-9B8F-46F2-AF2D-E4419CF85CB0}" type="slidenum">
              <a:rPr lang="ko-KR" altLang="en-US" smtClean="0"/>
              <a:t>‹nº›</a:t>
            </a:fld>
            <a:endParaRPr lang="ko-KR" altLang="en-US"/>
          </a:p>
        </p:txBody>
      </p:sp>
    </p:spTree>
    <p:extLst>
      <p:ext uri="{BB962C8B-B14F-4D97-AF65-F5344CB8AC3E}">
        <p14:creationId xmlns:p14="http://schemas.microsoft.com/office/powerpoint/2010/main" val="1622462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endParaRPr lang="en-US"/>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2ABAD28B-DD56-4B56-883A-96608C765E28}" type="datetimeFigureOut">
              <a:rPr lang="en-US" dirty="0"/>
              <a:pPr/>
              <a:t>9/18/2026</a:t>
            </a:fld>
            <a:endParaRPr lang="en-US"/>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7DF5BAF5-ABAB-4575-8E56-D109A3D17F9F}" type="slidenum">
              <a:rPr lang="en-US" dirty="0"/>
              <a:pPr/>
              <a:t>‹nº›</a:t>
            </a:fld>
            <a:endParaRPr lang="en-US"/>
          </a:p>
        </p:txBody>
      </p:sp>
    </p:spTree>
    <p:extLst>
      <p:ext uri="{BB962C8B-B14F-4D97-AF65-F5344CB8AC3E}">
        <p14:creationId xmlns:p14="http://schemas.microsoft.com/office/powerpoint/2010/main" val="1240637754"/>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 id="2147483768" r:id="rId18"/>
    <p:sldLayoutId id="2147483769" r:id="rId19"/>
    <p:sldLayoutId id="2147483770" r:id="rId20"/>
    <p:sldLayoutId id="2147483771" r:id="rId21"/>
    <p:sldLayoutId id="2147483772" r:id="rId22"/>
    <p:sldLayoutId id="2147483773" r:id="rId23"/>
    <p:sldLayoutId id="2147483774" r:id="rId24"/>
    <p:sldLayoutId id="2147483775" r:id="rId25"/>
    <p:sldLayoutId id="2147483776" r:id="rId26"/>
    <p:sldLayoutId id="2147483777" r:id="rId27"/>
    <p:sldLayoutId id="2147483778" r:id="rId28"/>
    <p:sldLayoutId id="2147483779" r:id="rId29"/>
  </p:sldLayoutIdLst>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9.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2" Type="http://schemas.openxmlformats.org/officeDocument/2006/relationships/image" Target="../media/image8.svg"/><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7"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29.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svg"/><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tângulo 3">
            <a:extLst>
              <a:ext uri="{FF2B5EF4-FFF2-40B4-BE49-F238E27FC236}">
                <a16:creationId xmlns:a16="http://schemas.microsoft.com/office/drawing/2014/main" id="{C3D7173F-53B8-DFD7-AF3D-D407D6687C92}"/>
              </a:ext>
            </a:extLst>
          </p:cNvPr>
          <p:cNvSpPr/>
          <p:nvPr/>
        </p:nvSpPr>
        <p:spPr>
          <a:xfrm>
            <a:off x="280952" y="210312"/>
            <a:ext cx="11630108" cy="923330"/>
          </a:xfrm>
          <a:prstGeom prst="rect">
            <a:avLst/>
          </a:prstGeom>
          <a:noFill/>
        </p:spPr>
        <p:txBody>
          <a:bodyPr wrap="none" lIns="91440" tIns="45720" rIns="91440" bIns="45720" anchor="t">
            <a:spAutoFit/>
          </a:bodyPr>
          <a:lstStyle/>
          <a:p>
            <a:pPr algn="ctr"/>
            <a:r>
              <a:rPr lang="pt-BR" altLang="ko-KR" sz="5400" b="1">
                <a:ln w="9525">
                  <a:solidFill>
                    <a:schemeClr val="bg1"/>
                  </a:solidFill>
                  <a:prstDash val="solid"/>
                </a:ln>
                <a:solidFill>
                  <a:schemeClr val="accent1">
                    <a:lumMod val="76000"/>
                  </a:schemeClr>
                </a:solidFill>
                <a:effectLst>
                  <a:outerShdw blurRad="12700" dist="38100" dir="2700000" algn="tl" rotWithShape="0">
                    <a:schemeClr val="accent5">
                      <a:lumMod val="60000"/>
                      <a:lumOff val="40000"/>
                    </a:schemeClr>
                  </a:outerShdw>
                </a:effectLst>
                <a:ea typeface="맑은 고딕"/>
              </a:rPr>
              <a:t>Korean IT </a:t>
            </a:r>
            <a:r>
              <a:rPr lang="pt-BR" altLang="ko-KR" sz="5400" b="1" err="1">
                <a:ln w="9525">
                  <a:solidFill>
                    <a:schemeClr val="bg1"/>
                  </a:solidFill>
                  <a:prstDash val="solid"/>
                </a:ln>
                <a:solidFill>
                  <a:schemeClr val="accent1">
                    <a:lumMod val="76000"/>
                  </a:schemeClr>
                </a:solidFill>
                <a:effectLst>
                  <a:outerShdw blurRad="12700" dist="38100" dir="2700000" algn="tl" rotWithShape="0">
                    <a:schemeClr val="accent5">
                      <a:lumMod val="60000"/>
                      <a:lumOff val="40000"/>
                    </a:schemeClr>
                  </a:outerShdw>
                </a:effectLst>
                <a:ea typeface="맑은 고딕"/>
              </a:rPr>
              <a:t>Educational</a:t>
            </a:r>
            <a:r>
              <a:rPr lang="pt-BR" altLang="ko-KR" sz="5400" b="1">
                <a:ln w="9525">
                  <a:solidFill>
                    <a:schemeClr val="bg1"/>
                  </a:solidFill>
                  <a:prstDash val="solid"/>
                </a:ln>
                <a:solidFill>
                  <a:schemeClr val="accent1">
                    <a:lumMod val="76000"/>
                  </a:schemeClr>
                </a:solidFill>
                <a:effectLst>
                  <a:outerShdw blurRad="12700" dist="38100" dir="2700000" algn="tl" rotWithShape="0">
                    <a:schemeClr val="accent5">
                      <a:lumMod val="60000"/>
                      <a:lumOff val="40000"/>
                    </a:schemeClr>
                  </a:outerShdw>
                </a:effectLst>
                <a:ea typeface="맑은 고딕"/>
              </a:rPr>
              <a:t> Foundation</a:t>
            </a:r>
            <a:endParaRPr lang="pt-BR" altLang="ko-KR" sz="5400" b="1" cap="none" spc="0">
              <a:ln w="9525">
                <a:solidFill>
                  <a:srgbClr val="FFFFFF"/>
                </a:solidFill>
                <a:prstDash val="solid"/>
              </a:ln>
              <a:solidFill>
                <a:schemeClr val="accent1">
                  <a:lumMod val="76000"/>
                </a:schemeClr>
              </a:solidFill>
              <a:effectLst>
                <a:outerShdw blurRad="12700" dist="38100" dir="2700000" algn="tl" rotWithShape="0">
                  <a:srgbClr val="11ADD3">
                    <a:lumMod val="60000"/>
                    <a:lumOff val="40000"/>
                  </a:srgbClr>
                </a:outerShdw>
              </a:effectLst>
              <a:ea typeface="맑은 고딕"/>
            </a:endParaRPr>
          </a:p>
        </p:txBody>
      </p:sp>
      <p:graphicFrame>
        <p:nvGraphicFramePr>
          <p:cNvPr id="5" name="Diagrama 4">
            <a:extLst>
              <a:ext uri="{FF2B5EF4-FFF2-40B4-BE49-F238E27FC236}">
                <a16:creationId xmlns:a16="http://schemas.microsoft.com/office/drawing/2014/main" id="{1CEA7BED-AC29-24C4-ADC7-E39DF788BB1A}"/>
              </a:ext>
            </a:extLst>
          </p:cNvPr>
          <p:cNvGraphicFramePr/>
          <p:nvPr>
            <p:extLst>
              <p:ext uri="{D42A27DB-BD31-4B8C-83A1-F6EECF244321}">
                <p14:modId xmlns:p14="http://schemas.microsoft.com/office/powerpoint/2010/main" val="816251666"/>
              </p:ext>
            </p:extLst>
          </p:nvPr>
        </p:nvGraphicFramePr>
        <p:xfrm>
          <a:off x="-1204977" y="4509961"/>
          <a:ext cx="8128000" cy="21377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aixaDeTexto 7">
            <a:extLst>
              <a:ext uri="{FF2B5EF4-FFF2-40B4-BE49-F238E27FC236}">
                <a16:creationId xmlns:a16="http://schemas.microsoft.com/office/drawing/2014/main" id="{DC81E355-90CF-1CF8-912D-27322972EF53}"/>
              </a:ext>
            </a:extLst>
          </p:cNvPr>
          <p:cNvSpPr txBox="1"/>
          <p:nvPr/>
        </p:nvSpPr>
        <p:spPr>
          <a:xfrm>
            <a:off x="1706880" y="1243584"/>
            <a:ext cx="8778240" cy="523220"/>
          </a:xfrm>
          <a:prstGeom prst="rect">
            <a:avLst/>
          </a:prstGeom>
          <a:noFill/>
        </p:spPr>
        <p:txBody>
          <a:bodyPr wrap="square" rtlCol="0">
            <a:spAutoFit/>
          </a:bodyPr>
          <a:lstStyle/>
          <a:p>
            <a:pPr algn="just"/>
            <a:r>
              <a:rPr lang="en-US" altLang="ko-KR" sz="2800"/>
              <a:t>                          Sort it Right!</a:t>
            </a:r>
            <a:endParaRPr lang="ko-KR" altLang="en-US" sz="2800"/>
          </a:p>
        </p:txBody>
      </p:sp>
      <p:sp>
        <p:nvSpPr>
          <p:cNvPr id="9" name="CaixaDeTexto 8">
            <a:extLst>
              <a:ext uri="{FF2B5EF4-FFF2-40B4-BE49-F238E27FC236}">
                <a16:creationId xmlns:a16="http://schemas.microsoft.com/office/drawing/2014/main" id="{A8B01963-4424-4E13-5187-415BB32EC1E9}"/>
              </a:ext>
            </a:extLst>
          </p:cNvPr>
          <p:cNvSpPr txBox="1"/>
          <p:nvPr/>
        </p:nvSpPr>
        <p:spPr>
          <a:xfrm>
            <a:off x="2818056" y="1938053"/>
            <a:ext cx="6555888" cy="923330"/>
          </a:xfrm>
          <a:prstGeom prst="rect">
            <a:avLst/>
          </a:prstGeom>
          <a:noFill/>
        </p:spPr>
        <p:txBody>
          <a:bodyPr wrap="square" rtlCol="0">
            <a:spAutoFit/>
          </a:bodyPr>
          <a:lstStyle/>
          <a:p>
            <a:r>
              <a:rPr lang="en-US" altLang="ko-KR">
                <a:solidFill>
                  <a:srgbClr val="475569"/>
                </a:solidFill>
                <a:latin typeface="Inter"/>
              </a:rPr>
              <a:t>Ludic Sorting Game : A fun learning game designed to teach correct waste disposal</a:t>
            </a:r>
            <a:endParaRPr lang="en-US" altLang="ko-KR">
              <a:solidFill>
                <a:srgbClr val="000000"/>
              </a:solidFill>
              <a:latin typeface="Arial"/>
            </a:endParaRPr>
          </a:p>
          <a:p>
            <a:endParaRPr lang="ko-KR" altLang="en-US"/>
          </a:p>
        </p:txBody>
      </p:sp>
    </p:spTree>
    <p:extLst>
      <p:ext uri="{BB962C8B-B14F-4D97-AF65-F5344CB8AC3E}">
        <p14:creationId xmlns:p14="http://schemas.microsoft.com/office/powerpoint/2010/main" val="5619523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6" descr="Livros">
            <a:extLst>
              <a:ext uri="{FF2B5EF4-FFF2-40B4-BE49-F238E27FC236}">
                <a16:creationId xmlns:a16="http://schemas.microsoft.com/office/drawing/2014/main" id="{F9D5B598-8020-976B-0BA8-31023AC56448}"/>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53726" y="3489"/>
            <a:ext cx="2035061" cy="1933461"/>
          </a:xfrm>
          <a:prstGeom prst="rect">
            <a:avLst/>
          </a:prstGeom>
        </p:spPr>
      </p:pic>
      <p:sp>
        <p:nvSpPr>
          <p:cNvPr id="6" name="TextBox 5">
            <a:extLst>
              <a:ext uri="{FF2B5EF4-FFF2-40B4-BE49-F238E27FC236}">
                <a16:creationId xmlns:a16="http://schemas.microsoft.com/office/drawing/2014/main" id="{55CD9D95-46E9-34EB-C544-3BA0B6544964}"/>
              </a:ext>
            </a:extLst>
          </p:cNvPr>
          <p:cNvSpPr txBox="1"/>
          <p:nvPr/>
        </p:nvSpPr>
        <p:spPr>
          <a:xfrm>
            <a:off x="182880" y="355600"/>
            <a:ext cx="484632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2600" b="1">
                <a:solidFill>
                  <a:srgbClr val="0F172A"/>
                </a:solidFill>
                <a:highlight>
                  <a:srgbClr val="F5F5F5"/>
                </a:highlight>
              </a:rPr>
              <a:t>Executive Project Overview</a:t>
            </a:r>
            <a:endParaRPr lang="ko-KR" sz="2600"/>
          </a:p>
          <a:p>
            <a:pPr algn="l"/>
            <a:endParaRPr lang="ko-KR" altLang="en-US"/>
          </a:p>
        </p:txBody>
      </p:sp>
      <p:pic>
        <p:nvPicPr>
          <p:cNvPr id="8" name="그림 7" descr="image.png">
            <a:extLst>
              <a:ext uri="{FF2B5EF4-FFF2-40B4-BE49-F238E27FC236}">
                <a16:creationId xmlns:a16="http://schemas.microsoft.com/office/drawing/2014/main" id="{7844B2BD-676B-D604-B02E-DAC7705BF67E}"/>
              </a:ext>
            </a:extLst>
          </p:cNvPr>
          <p:cNvPicPr>
            <a:picLocks noChangeAspect="1"/>
          </p:cNvPicPr>
          <p:nvPr/>
        </p:nvPicPr>
        <p:blipFill>
          <a:blip r:embed="rId3"/>
          <a:srcRect/>
          <a:stretch>
            <a:fillRect/>
          </a:stretch>
        </p:blipFill>
        <p:spPr>
          <a:xfrm>
            <a:off x="1836738" y="972502"/>
            <a:ext cx="1304925" cy="219075"/>
          </a:xfrm>
          <a:prstGeom prst="rect">
            <a:avLst/>
          </a:prstGeom>
        </p:spPr>
      </p:pic>
      <p:sp>
        <p:nvSpPr>
          <p:cNvPr id="9" name="TextBox 8">
            <a:extLst>
              <a:ext uri="{FF2B5EF4-FFF2-40B4-BE49-F238E27FC236}">
                <a16:creationId xmlns:a16="http://schemas.microsoft.com/office/drawing/2014/main" id="{766C8BFE-8A92-D4A0-1C5C-038787A02F9D}"/>
              </a:ext>
            </a:extLst>
          </p:cNvPr>
          <p:cNvSpPr txBox="1"/>
          <p:nvPr/>
        </p:nvSpPr>
        <p:spPr>
          <a:xfrm>
            <a:off x="812800" y="1412240"/>
            <a:ext cx="10160" cy="304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ko-KR" altLang="en-US"/>
          </a:p>
        </p:txBody>
      </p:sp>
      <p:sp>
        <p:nvSpPr>
          <p:cNvPr id="10" name="TextBox 9">
            <a:extLst>
              <a:ext uri="{FF2B5EF4-FFF2-40B4-BE49-F238E27FC236}">
                <a16:creationId xmlns:a16="http://schemas.microsoft.com/office/drawing/2014/main" id="{142A715A-701F-85E2-8C8A-D5D915D11EED}"/>
              </a:ext>
            </a:extLst>
          </p:cNvPr>
          <p:cNvSpPr txBox="1"/>
          <p:nvPr/>
        </p:nvSpPr>
        <p:spPr>
          <a:xfrm>
            <a:off x="2976880" y="213360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ko-KR" altLang="en-US"/>
          </a:p>
        </p:txBody>
      </p:sp>
      <p:sp>
        <p:nvSpPr>
          <p:cNvPr id="11" name="TextBox 10">
            <a:extLst>
              <a:ext uri="{FF2B5EF4-FFF2-40B4-BE49-F238E27FC236}">
                <a16:creationId xmlns:a16="http://schemas.microsoft.com/office/drawing/2014/main" id="{71EA01A0-3B4A-151A-4765-0E1658D13163}"/>
              </a:ext>
            </a:extLst>
          </p:cNvPr>
          <p:cNvSpPr txBox="1"/>
          <p:nvPr/>
        </p:nvSpPr>
        <p:spPr>
          <a:xfrm>
            <a:off x="650240" y="1432560"/>
            <a:ext cx="8392160" cy="2031325"/>
          </a:xfrm>
          <a:prstGeom prst="rect">
            <a:avLst/>
          </a:prstGeom>
          <a:noFill/>
          <a:ln>
            <a:solidFill>
              <a:srgbClr val="00B0F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ea typeface="+mn-lt"/>
                <a:cs typeface="+mn-lt"/>
              </a:rPr>
              <a:t>The project is an educational website focused on environmental awareness.</a:t>
            </a:r>
            <a:endParaRPr lang="ko-KR"/>
          </a:p>
          <a:p>
            <a:r>
              <a:rPr lang="ko-KR">
                <a:ea typeface="+mn-lt"/>
                <a:cs typeface="+mn-lt"/>
              </a:rPr>
              <a:t>It teaches users how to correctly dispose of different types of waste.</a:t>
            </a:r>
            <a:endParaRPr lang="ko-KR"/>
          </a:p>
          <a:p>
            <a:r>
              <a:rPr lang="ko-KR">
                <a:ea typeface="+mn-lt"/>
                <a:cs typeface="+mn-lt"/>
              </a:rPr>
              <a:t>Through games and challenges, users identify waste items and classify them.</a:t>
            </a:r>
            <a:endParaRPr lang="ko-KR"/>
          </a:p>
          <a:p>
            <a:r>
              <a:rPr lang="ko-KR">
                <a:ea typeface="+mn-lt"/>
                <a:cs typeface="+mn-lt"/>
              </a:rPr>
              <a:t>The platform provides an interactive and simple learning experience.</a:t>
            </a:r>
            <a:endParaRPr lang="ko-KR"/>
          </a:p>
          <a:p>
            <a:r>
              <a:rPr lang="ko-KR">
                <a:ea typeface="+mn-lt"/>
                <a:cs typeface="+mn-lt"/>
              </a:rPr>
              <a:t>Visual and dynamic activities make recycling easier to understand.</a:t>
            </a:r>
            <a:endParaRPr lang="ko-KR"/>
          </a:p>
          <a:p>
            <a:r>
              <a:rPr lang="ko-KR">
                <a:ea typeface="+mn-lt"/>
                <a:cs typeface="+mn-lt"/>
              </a:rPr>
              <a:t>The goal is to encourage participation and responsible disposal practices.</a:t>
            </a:r>
            <a:endParaRPr lang="ko-KR"/>
          </a:p>
          <a:p>
            <a:pPr algn="l"/>
            <a:endParaRPr lang="ko-KR" altLang="en-US"/>
          </a:p>
        </p:txBody>
      </p:sp>
    </p:spTree>
    <p:extLst>
      <p:ext uri="{BB962C8B-B14F-4D97-AF65-F5344CB8AC3E}">
        <p14:creationId xmlns:p14="http://schemas.microsoft.com/office/powerpoint/2010/main" val="34466287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5E25C-9701-A6E8-72D7-A6F109A9EFCB}"/>
              </a:ext>
            </a:extLst>
          </p:cNvPr>
          <p:cNvSpPr>
            <a:spLocks noGrp="1"/>
          </p:cNvSpPr>
          <p:nvPr>
            <p:ph type="title"/>
          </p:nvPr>
        </p:nvSpPr>
        <p:spPr>
          <a:xfrm>
            <a:off x="838200" y="557188"/>
            <a:ext cx="10515600" cy="493419"/>
          </a:xfrm>
        </p:spPr>
        <p:style>
          <a:lnRef idx="1">
            <a:schemeClr val="accent1"/>
          </a:lnRef>
          <a:fillRef idx="3">
            <a:schemeClr val="accent1"/>
          </a:fillRef>
          <a:effectRef idx="2">
            <a:schemeClr val="accent1"/>
          </a:effectRef>
          <a:fontRef idx="minor">
            <a:schemeClr val="lt1"/>
          </a:fontRef>
        </p:style>
        <p:txBody>
          <a:bodyPr>
            <a:normAutofit fontScale="90000"/>
          </a:bodyPr>
          <a:lstStyle/>
          <a:p>
            <a:pPr algn="ctr"/>
            <a:r>
              <a:rPr lang="en-US" sz="5200">
                <a:solidFill>
                  <a:schemeClr val="bg1"/>
                </a:solidFill>
                <a:ea typeface="맑은 고딕"/>
              </a:rPr>
              <a:t>Problems and lacunes</a:t>
            </a:r>
          </a:p>
        </p:txBody>
      </p:sp>
      <p:graphicFrame>
        <p:nvGraphicFramePr>
          <p:cNvPr id="18" name="Content Placeholder 2">
            <a:extLst>
              <a:ext uri="{FF2B5EF4-FFF2-40B4-BE49-F238E27FC236}">
                <a16:creationId xmlns:a16="http://schemas.microsoft.com/office/drawing/2014/main" id="{CADCD1CA-E54E-B7AA-537D-998D241CE53D}"/>
              </a:ext>
            </a:extLst>
          </p:cNvPr>
          <p:cNvGraphicFramePr>
            <a:graphicFrameLocks noGrp="1"/>
          </p:cNvGraphicFramePr>
          <p:nvPr>
            <p:ph idx="1"/>
            <p:extLst>
              <p:ext uri="{D42A27DB-BD31-4B8C-83A1-F6EECF244321}">
                <p14:modId xmlns:p14="http://schemas.microsoft.com/office/powerpoint/2010/main" val="1344736323"/>
              </p:ext>
            </p:extLst>
          </p:nvPr>
        </p:nvGraphicFramePr>
        <p:xfrm>
          <a:off x="309880" y="1402080"/>
          <a:ext cx="15443200" cy="49011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306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C70AECB-244A-2614-1617-BD2D7EC7FF14}"/>
              </a:ext>
            </a:extLst>
          </p:cNvPr>
          <p:cNvSpPr txBox="1"/>
          <p:nvPr/>
        </p:nvSpPr>
        <p:spPr>
          <a:xfrm>
            <a:off x="2319767" y="261770"/>
            <a:ext cx="7796904"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3200" b="1"/>
              <a:t>OBJETIVOS</a:t>
            </a:r>
            <a:r>
              <a:rPr lang="ko-KR" altLang="en-US" sz="2400" b="1"/>
              <a:t> </a:t>
            </a:r>
            <a:r>
              <a:rPr lang="ko-KR" altLang="en-US" sz="3600" b="1"/>
              <a:t>ESTRATÈGICOS</a:t>
            </a:r>
          </a:p>
        </p:txBody>
      </p:sp>
      <p:sp>
        <p:nvSpPr>
          <p:cNvPr id="7" name="CaixaDeTexto 6">
            <a:extLst>
              <a:ext uri="{FF2B5EF4-FFF2-40B4-BE49-F238E27FC236}">
                <a16:creationId xmlns:a16="http://schemas.microsoft.com/office/drawing/2014/main" id="{F7623F7C-90FB-EC11-BDE7-D23DEEBF5901}"/>
              </a:ext>
            </a:extLst>
          </p:cNvPr>
          <p:cNvSpPr txBox="1"/>
          <p:nvPr/>
        </p:nvSpPr>
        <p:spPr>
          <a:xfrm>
            <a:off x="204167" y="1589844"/>
            <a:ext cx="2844052"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mn-lt"/>
                <a:cs typeface="+mn-lt"/>
              </a:rPr>
              <a:t> 🧠Aprendizado Divertido:</a:t>
            </a:r>
            <a:endParaRPr lang="pt-BR"/>
          </a:p>
          <a:p>
            <a:r>
              <a:rPr lang="pt-BR">
                <a:ea typeface="+mn-lt"/>
                <a:cs typeface="+mn-lt"/>
              </a:rPr>
              <a:t>Ensinar sobre reciclagem de forma</a:t>
            </a:r>
            <a:endParaRPr lang="pt-BR"/>
          </a:p>
          <a:p>
            <a:r>
              <a:rPr lang="pt-BR">
                <a:ea typeface="+mn-lt"/>
                <a:cs typeface="+mn-lt"/>
              </a:rPr>
              <a:t>simples e divertida, usando desafios</a:t>
            </a:r>
            <a:endParaRPr lang="pt-BR"/>
          </a:p>
          <a:p>
            <a:r>
              <a:rPr lang="pt-BR">
                <a:ea typeface="+mn-lt"/>
                <a:cs typeface="+mn-lt"/>
              </a:rPr>
              <a:t>que incentivem o aprendizado.</a:t>
            </a:r>
            <a:endParaRPr lang="pt-BR"/>
          </a:p>
          <a:p>
            <a:endParaRPr lang="pt-BR">
              <a:ea typeface="+mn-lt"/>
              <a:cs typeface="+mn-lt"/>
            </a:endParaRPr>
          </a:p>
          <a:p>
            <a:endParaRPr lang="pt-BR"/>
          </a:p>
        </p:txBody>
      </p:sp>
      <p:sp>
        <p:nvSpPr>
          <p:cNvPr id="9" name="CaixaDeTexto 8">
            <a:extLst>
              <a:ext uri="{FF2B5EF4-FFF2-40B4-BE49-F238E27FC236}">
                <a16:creationId xmlns:a16="http://schemas.microsoft.com/office/drawing/2014/main" id="{11B209E8-EF03-D292-A935-EAB68A5DFCFD}"/>
              </a:ext>
            </a:extLst>
          </p:cNvPr>
          <p:cNvSpPr txBox="1"/>
          <p:nvPr/>
        </p:nvSpPr>
        <p:spPr>
          <a:xfrm>
            <a:off x="3785141" y="187012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t> ♻️ Consciência Ambiental Incentivar crianças e jovens a separar corretamente os resíduos e cuidar do meio ambiente. </a:t>
            </a:r>
          </a:p>
        </p:txBody>
      </p:sp>
      <p:sp>
        <p:nvSpPr>
          <p:cNvPr id="10" name="CaixaDeTexto 9">
            <a:extLst>
              <a:ext uri="{FF2B5EF4-FFF2-40B4-BE49-F238E27FC236}">
                <a16:creationId xmlns:a16="http://schemas.microsoft.com/office/drawing/2014/main" id="{9D7E13F6-7BD1-1CCC-AE04-9298C9156060}"/>
              </a:ext>
            </a:extLst>
          </p:cNvPr>
          <p:cNvSpPr txBox="1"/>
          <p:nvPr/>
        </p:nvSpPr>
        <p:spPr>
          <a:xfrm>
            <a:off x="7834433" y="1592742"/>
            <a:ext cx="27432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pt-BR">
                <a:ea typeface="+mn-lt"/>
                <a:cs typeface="+mn-lt"/>
              </a:rPr>
              <a:t>🎮 Experiência Interativa</a:t>
            </a:r>
            <a:endParaRPr lang="pt-BR"/>
          </a:p>
          <a:p>
            <a:r>
              <a:rPr lang="pt-BR">
                <a:ea typeface="+mn-lt"/>
                <a:cs typeface="+mn-lt"/>
              </a:rPr>
              <a:t>Criar um jogo divertido e dinâmico,</a:t>
            </a:r>
            <a:endParaRPr lang="pt-BR"/>
          </a:p>
          <a:p>
            <a:r>
              <a:rPr lang="pt-BR">
                <a:ea typeface="+mn-lt"/>
                <a:cs typeface="+mn-lt"/>
              </a:rPr>
              <a:t>com desafios que estimulem a</a:t>
            </a:r>
            <a:endParaRPr lang="pt-BR"/>
          </a:p>
          <a:p>
            <a:r>
              <a:rPr lang="pt-BR">
                <a:ea typeface="+mn-lt"/>
                <a:cs typeface="+mn-lt"/>
              </a:rPr>
              <a:t>participação e o interesse dos jogadores</a:t>
            </a:r>
            <a:endParaRPr lang="pt-BR"/>
          </a:p>
        </p:txBody>
      </p:sp>
    </p:spTree>
    <p:extLst>
      <p:ext uri="{BB962C8B-B14F-4D97-AF65-F5344CB8AC3E}">
        <p14:creationId xmlns:p14="http://schemas.microsoft.com/office/powerpoint/2010/main" val="1561461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427F7E-96FA-3252-8E8E-3E1E4BB6A99F}"/>
              </a:ext>
            </a:extLst>
          </p:cNvPr>
          <p:cNvSpPr>
            <a:spLocks noGrp="1"/>
          </p:cNvSpPr>
          <p:nvPr>
            <p:ph type="title"/>
          </p:nvPr>
        </p:nvSpPr>
        <p:spPr>
          <a:xfrm>
            <a:off x="6094105" y="802955"/>
            <a:ext cx="4977976" cy="1454051"/>
          </a:xfrm>
        </p:spPr>
        <p:txBody>
          <a:bodyPr>
            <a:normAutofit/>
          </a:bodyPr>
          <a:lstStyle/>
          <a:p>
            <a:r>
              <a:rPr lang="pt-BR" sz="3600">
                <a:solidFill>
                  <a:schemeClr val="tx2"/>
                </a:solidFill>
                <a:ea typeface="맑은 고딕"/>
              </a:rPr>
              <a:t>Personas do Publico-Alvo</a:t>
            </a:r>
            <a:endParaRPr lang="pt-BR" sz="3600">
              <a:solidFill>
                <a:schemeClr val="tx2"/>
              </a:solidFill>
            </a:endParaRPr>
          </a:p>
        </p:txBody>
      </p:sp>
      <p:sp>
        <p:nvSpPr>
          <p:cNvPr id="3" name="Espaço Reservado para Conteúdo 2">
            <a:extLst>
              <a:ext uri="{FF2B5EF4-FFF2-40B4-BE49-F238E27FC236}">
                <a16:creationId xmlns:a16="http://schemas.microsoft.com/office/drawing/2014/main" id="{F7FC3F30-FA71-A016-1F46-CABAE110094C}"/>
              </a:ext>
            </a:extLst>
          </p:cNvPr>
          <p:cNvSpPr>
            <a:spLocks noGrp="1"/>
          </p:cNvSpPr>
          <p:nvPr>
            <p:ph idx="1"/>
          </p:nvPr>
        </p:nvSpPr>
        <p:spPr>
          <a:xfrm>
            <a:off x="5373399" y="1715713"/>
            <a:ext cx="6199018" cy="4221994"/>
          </a:xfrm>
        </p:spPr>
        <p:txBody>
          <a:bodyPr vert="horz" lIns="91440" tIns="45720" rIns="91440" bIns="45720" rtlCol="0" anchor="ctr">
            <a:normAutofit/>
          </a:bodyPr>
          <a:lstStyle/>
          <a:p>
            <a:pPr marL="285750" indent="-285750">
              <a:buFont typeface="Arial"/>
              <a:buChar char="•"/>
            </a:pPr>
            <a:r>
              <a:rPr lang="pt-BR" sz="2000" b="1">
                <a:solidFill>
                  <a:srgbClr val="0D0D0D"/>
                </a:solidFill>
                <a:highlight>
                  <a:srgbClr val="FFFFFF"/>
                </a:highlight>
                <a:ea typeface="+mn-lt"/>
                <a:cs typeface="+mn-lt"/>
              </a:rPr>
              <a:t>Crianças:</a:t>
            </a:r>
            <a:r>
              <a:rPr lang="pt-BR" sz="2000">
                <a:solidFill>
                  <a:srgbClr val="0D0D0D"/>
                </a:solidFill>
                <a:highlight>
                  <a:srgbClr val="FFFFFF"/>
                </a:highlight>
                <a:ea typeface="+mn-lt"/>
                <a:cs typeface="+mn-lt"/>
              </a:rPr>
              <a:t> aprender sobre reciclagem de forma divertida.</a:t>
            </a:r>
            <a:endParaRPr lang="pt-BR" sz="2800"/>
          </a:p>
          <a:p>
            <a:pPr marL="285750" indent="-285750">
              <a:buFont typeface="Arial"/>
              <a:buChar char="•"/>
            </a:pPr>
            <a:r>
              <a:rPr lang="pt-BR" sz="2000" b="1">
                <a:solidFill>
                  <a:srgbClr val="0D0D0D"/>
                </a:solidFill>
                <a:highlight>
                  <a:srgbClr val="FFFFFF"/>
                </a:highlight>
                <a:ea typeface="+mn-lt"/>
                <a:cs typeface="+mn-lt"/>
              </a:rPr>
              <a:t>Jovens e adolescentes:</a:t>
            </a:r>
            <a:r>
              <a:rPr lang="pt-BR" sz="2000">
                <a:solidFill>
                  <a:srgbClr val="0D0D0D"/>
                </a:solidFill>
                <a:highlight>
                  <a:srgbClr val="FFFFFF"/>
                </a:highlight>
                <a:ea typeface="+mn-lt"/>
                <a:cs typeface="+mn-lt"/>
              </a:rPr>
              <a:t> desenvolver consciência ambiental através de desafios.</a:t>
            </a:r>
            <a:endParaRPr lang="pt-BR" sz="2800"/>
          </a:p>
          <a:p>
            <a:pPr marL="285750" indent="-285750">
              <a:buFont typeface="Arial"/>
              <a:buChar char="•"/>
            </a:pPr>
            <a:r>
              <a:rPr lang="pt-BR" sz="2000" b="1">
                <a:solidFill>
                  <a:srgbClr val="0D0D0D"/>
                </a:solidFill>
                <a:highlight>
                  <a:srgbClr val="FFFFFF"/>
                </a:highlight>
                <a:ea typeface="+mn-lt"/>
                <a:cs typeface="+mn-lt"/>
              </a:rPr>
              <a:t>Escolas e educadores:</a:t>
            </a:r>
            <a:r>
              <a:rPr lang="pt-BR" sz="2000">
                <a:solidFill>
                  <a:srgbClr val="0D0D0D"/>
                </a:solidFill>
                <a:highlight>
                  <a:srgbClr val="FFFFFF"/>
                </a:highlight>
                <a:ea typeface="+mn-lt"/>
                <a:cs typeface="+mn-lt"/>
              </a:rPr>
              <a:t> usar o jogo como ferramenta de ensino sobre reciclagem.</a:t>
            </a:r>
            <a:endParaRPr lang="pt-BR" sz="2800"/>
          </a:p>
          <a:p>
            <a:endParaRPr lang="pt-BR" sz="2400">
              <a:solidFill>
                <a:schemeClr val="tx2"/>
              </a:solidFill>
              <a:ea typeface="맑은 고딕" panose="020F0502020204030204"/>
            </a:endParaRPr>
          </a:p>
        </p:txBody>
      </p:sp>
      <p:pic>
        <p:nvPicPr>
          <p:cNvPr id="21" name="Graphic 6" descr="Educação">
            <a:extLst>
              <a:ext uri="{FF2B5EF4-FFF2-40B4-BE49-F238E27FC236}">
                <a16:creationId xmlns:a16="http://schemas.microsoft.com/office/drawing/2014/main" id="{9BE2B9DE-E281-1C71-0FF4-BBAE36CD081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86951" y="1793846"/>
            <a:ext cx="3620021" cy="3620021"/>
          </a:xfrm>
          <a:prstGeom prst="rect">
            <a:avLst/>
          </a:prstGeom>
        </p:spPr>
      </p:pic>
    </p:spTree>
    <p:extLst>
      <p:ext uri="{BB962C8B-B14F-4D97-AF65-F5344CB8AC3E}">
        <p14:creationId xmlns:p14="http://schemas.microsoft.com/office/powerpoint/2010/main" val="2923634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836739-D910-7464-95F6-76BF9843A40E}"/>
              </a:ext>
            </a:extLst>
          </p:cNvPr>
          <p:cNvSpPr>
            <a:spLocks noGrp="1"/>
          </p:cNvSpPr>
          <p:nvPr>
            <p:ph type="title"/>
          </p:nvPr>
        </p:nvSpPr>
        <p:spPr/>
        <p:txBody>
          <a:bodyPr/>
          <a:lstStyle/>
          <a:p>
            <a:r>
              <a:rPr lang="ko-KR" altLang="en-US">
                <a:ea typeface="맑은 고딕"/>
              </a:rPr>
              <a:t> </a:t>
            </a:r>
            <a:endParaRPr lang="ko-KR" altLang="en-US"/>
          </a:p>
        </p:txBody>
      </p:sp>
      <p:graphicFrame>
        <p:nvGraphicFramePr>
          <p:cNvPr id="11" name="Espaço Reservado para Conteúdo 3">
            <a:extLst>
              <a:ext uri="{FF2B5EF4-FFF2-40B4-BE49-F238E27FC236}">
                <a16:creationId xmlns:a16="http://schemas.microsoft.com/office/drawing/2014/main" id="{45BCFC10-5D0A-05BF-CCD4-84E0572266AE}"/>
              </a:ext>
            </a:extLst>
          </p:cNvPr>
          <p:cNvGraphicFramePr>
            <a:graphicFrameLocks noGrp="1"/>
          </p:cNvGraphicFramePr>
          <p:nvPr>
            <p:ph idx="1"/>
            <p:extLst>
              <p:ext uri="{D42A27DB-BD31-4B8C-83A1-F6EECF244321}">
                <p14:modId xmlns:p14="http://schemas.microsoft.com/office/powerpoint/2010/main" val="2903035807"/>
              </p:ext>
            </p:extLst>
          </p:nvPr>
        </p:nvGraphicFramePr>
        <p:xfrm>
          <a:off x="838200" y="1110088"/>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m 6">
            <a:extLst>
              <a:ext uri="{FF2B5EF4-FFF2-40B4-BE49-F238E27FC236}">
                <a16:creationId xmlns:a16="http://schemas.microsoft.com/office/drawing/2014/main" id="{87231CDF-94DA-CAA8-AE6F-E1B223C12A6C}"/>
              </a:ext>
            </a:extLst>
          </p:cNvPr>
          <p:cNvPicPr>
            <a:picLocks noChangeAspect="1"/>
          </p:cNvPicPr>
          <p:nvPr/>
        </p:nvPicPr>
        <p:blipFill>
          <a:blip r:embed="rId7"/>
          <a:stretch>
            <a:fillRect/>
          </a:stretch>
        </p:blipFill>
        <p:spPr>
          <a:xfrm>
            <a:off x="4403912" y="-2844901"/>
            <a:ext cx="12192000" cy="1028153"/>
          </a:xfrm>
          <a:prstGeom prst="rect">
            <a:avLst/>
          </a:prstGeom>
        </p:spPr>
      </p:pic>
    </p:spTree>
    <p:extLst>
      <p:ext uri="{BB962C8B-B14F-4D97-AF65-F5344CB8AC3E}">
        <p14:creationId xmlns:p14="http://schemas.microsoft.com/office/powerpoint/2010/main" val="10612380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7187644-64C1-76E9-865B-3186D960AAAA}"/>
              </a:ext>
            </a:extLst>
          </p:cNvPr>
          <p:cNvSpPr>
            <a:spLocks noGrp="1"/>
          </p:cNvSpPr>
          <p:nvPr>
            <p:ph type="title"/>
          </p:nvPr>
        </p:nvSpPr>
        <p:spPr>
          <a:xfrm>
            <a:off x="3046549" y="-635"/>
            <a:ext cx="9416143" cy="1173163"/>
          </a:xfrm>
        </p:spPr>
        <p:txBody>
          <a:bodyPr/>
          <a:lstStyle/>
          <a:p>
            <a:r>
              <a:rPr lang="ko-KR" altLang="en-US" sz="2000" u="sng">
                <a:solidFill>
                  <a:schemeClr val="tx2"/>
                </a:solidFill>
              </a:rPr>
              <a:t>CORE USECASE CHARACTERISTICS</a:t>
            </a:r>
            <a:endParaRPr lang="ko-KR" altLang="en-US" u="sng">
              <a:solidFill>
                <a:schemeClr val="tx2"/>
              </a:solidFill>
            </a:endParaRPr>
          </a:p>
        </p:txBody>
      </p:sp>
      <p:pic>
        <p:nvPicPr>
          <p:cNvPr id="6" name="그림 5">
            <a:extLst>
              <a:ext uri="{FF2B5EF4-FFF2-40B4-BE49-F238E27FC236}">
                <a16:creationId xmlns:a16="http://schemas.microsoft.com/office/drawing/2014/main" id="{3F981BE5-F2BA-A49E-D365-D13D5A246B52}"/>
              </a:ext>
            </a:extLst>
          </p:cNvPr>
          <p:cNvPicPr>
            <a:picLocks noChangeAspect="1"/>
          </p:cNvPicPr>
          <p:nvPr/>
        </p:nvPicPr>
        <p:blipFill>
          <a:blip r:embed="rId2"/>
          <a:stretch>
            <a:fillRect/>
          </a:stretch>
        </p:blipFill>
        <p:spPr>
          <a:xfrm>
            <a:off x="2243773" y="1852295"/>
            <a:ext cx="7033895" cy="3641090"/>
          </a:xfrm>
          <a:prstGeom prst="rect">
            <a:avLst/>
          </a:prstGeom>
        </p:spPr>
      </p:pic>
    </p:spTree>
    <p:extLst>
      <p:ext uri="{BB962C8B-B14F-4D97-AF65-F5344CB8AC3E}">
        <p14:creationId xmlns:p14="http://schemas.microsoft.com/office/powerpoint/2010/main" val="3551849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35FE9E3-E66D-F3B1-CB83-F9E1F42B7734}"/>
              </a:ext>
            </a:extLst>
          </p:cNvPr>
          <p:cNvSpPr>
            <a:spLocks noGrp="1"/>
          </p:cNvSpPr>
          <p:nvPr>
            <p:ph type="title"/>
          </p:nvPr>
        </p:nvSpPr>
        <p:spPr>
          <a:xfrm>
            <a:off x="6094105" y="802955"/>
            <a:ext cx="4977976" cy="1454051"/>
          </a:xfrm>
        </p:spPr>
        <p:txBody>
          <a:bodyPr>
            <a:normAutofit/>
          </a:bodyPr>
          <a:lstStyle/>
          <a:p>
            <a:pPr marL="228600" indent="-228600">
              <a:spcBef>
                <a:spcPts val="1000"/>
              </a:spcBef>
            </a:pPr>
            <a:endParaRPr lang="ko-KR" sz="3600">
              <a:solidFill>
                <a:schemeClr val="tx2"/>
              </a:solidFill>
              <a:highlight>
                <a:srgbClr val="000000"/>
              </a:highlight>
              <a:latin typeface="Malgun Gothic"/>
              <a:ea typeface="Malgun Gothic"/>
            </a:endParaRPr>
          </a:p>
          <a:p>
            <a:endParaRPr lang="ko-KR" altLang="en-US" sz="3600">
              <a:solidFill>
                <a:schemeClr val="tx2"/>
              </a:solidFill>
              <a:ea typeface="맑은 고딕"/>
            </a:endParaRPr>
          </a:p>
        </p:txBody>
      </p:sp>
      <p:pic>
        <p:nvPicPr>
          <p:cNvPr id="7" name="Graphic 6" descr="Reciclagem">
            <a:extLst>
              <a:ext uri="{FF2B5EF4-FFF2-40B4-BE49-F238E27FC236}">
                <a16:creationId xmlns:a16="http://schemas.microsoft.com/office/drawing/2014/main" id="{9D96469D-80CE-B036-3353-03345C62D7F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rot="2100000">
            <a:off x="11778" y="200295"/>
            <a:ext cx="2695461" cy="2644661"/>
          </a:xfrm>
          <a:prstGeom prst="rect">
            <a:avLst/>
          </a:prstGeom>
        </p:spPr>
      </p:pic>
      <p:sp>
        <p:nvSpPr>
          <p:cNvPr id="4" name="TextBox 3">
            <a:extLst>
              <a:ext uri="{FF2B5EF4-FFF2-40B4-BE49-F238E27FC236}">
                <a16:creationId xmlns:a16="http://schemas.microsoft.com/office/drawing/2014/main" id="{EC70E807-2A2F-F5A7-B598-EDA05A32161D}"/>
              </a:ext>
            </a:extLst>
          </p:cNvPr>
          <p:cNvSpPr txBox="1"/>
          <p:nvPr/>
        </p:nvSpPr>
        <p:spPr>
          <a:xfrm>
            <a:off x="2814320" y="416560"/>
            <a:ext cx="8615680" cy="76944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ltLang="ko-KR" sz="2600" b="1">
                <a:solidFill>
                  <a:srgbClr val="0F172A"/>
                </a:solidFill>
                <a:ea typeface="+mn-lt"/>
                <a:cs typeface="+mn-lt"/>
              </a:rPr>
              <a:t>                        System Process Workflow </a:t>
            </a:r>
            <a:endParaRPr lang="ko-KR" sz="2600">
              <a:ea typeface="+mn-lt"/>
              <a:cs typeface="+mn-lt"/>
            </a:endParaRPr>
          </a:p>
          <a:p>
            <a:pPr algn="l"/>
            <a:endParaRPr lang="ko-KR" altLang="en-US"/>
          </a:p>
        </p:txBody>
      </p:sp>
      <p:pic>
        <p:nvPicPr>
          <p:cNvPr id="6" name="그림 5">
            <a:extLst>
              <a:ext uri="{FF2B5EF4-FFF2-40B4-BE49-F238E27FC236}">
                <a16:creationId xmlns:a16="http://schemas.microsoft.com/office/drawing/2014/main" id="{E995CFBB-1323-0893-A2F8-5397C3AAEB2E}"/>
              </a:ext>
            </a:extLst>
          </p:cNvPr>
          <p:cNvPicPr>
            <a:picLocks noChangeAspect="1"/>
          </p:cNvPicPr>
          <p:nvPr/>
        </p:nvPicPr>
        <p:blipFill>
          <a:blip r:embed="rId3"/>
          <a:stretch>
            <a:fillRect/>
          </a:stretch>
        </p:blipFill>
        <p:spPr>
          <a:xfrm>
            <a:off x="3226330" y="1188720"/>
            <a:ext cx="8015180" cy="5669280"/>
          </a:xfrm>
          <a:prstGeom prst="rect">
            <a:avLst/>
          </a:prstGeom>
        </p:spPr>
      </p:pic>
    </p:spTree>
    <p:extLst>
      <p:ext uri="{BB962C8B-B14F-4D97-AF65-F5344CB8AC3E}">
        <p14:creationId xmlns:p14="http://schemas.microsoft.com/office/powerpoint/2010/main" val="38874532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46BEC21-1538-E08B-1EA4-FEA5B0129B50}"/>
              </a:ext>
            </a:extLst>
          </p:cNvPr>
          <p:cNvSpPr>
            <a:spLocks noGrp="1"/>
          </p:cNvSpPr>
          <p:nvPr>
            <p:ph type="title"/>
          </p:nvPr>
        </p:nvSpPr>
        <p:spPr>
          <a:xfrm>
            <a:off x="2408936" y="1242645"/>
            <a:ext cx="9922764" cy="935982"/>
          </a:xfrm>
        </p:spPr>
        <p:txBody>
          <a:bodyPr/>
          <a:lstStyle/>
          <a:p>
            <a:r>
              <a:rPr lang="pt-BR" sz="2600">
                <a:solidFill>
                  <a:srgbClr val="002060"/>
                </a:solidFill>
                <a:ea typeface="+mj-lt"/>
                <a:cs typeface="+mj-lt"/>
              </a:rPr>
              <a:t>Technology Infrastructure</a:t>
            </a:r>
            <a:endParaRPr lang="ko-KR" altLang="en-US">
              <a:solidFill>
                <a:srgbClr val="002060"/>
              </a:solidFill>
            </a:endParaRPr>
          </a:p>
          <a:p>
            <a:endParaRPr lang="pt-BR"/>
          </a:p>
        </p:txBody>
      </p:sp>
      <p:graphicFrame>
        <p:nvGraphicFramePr>
          <p:cNvPr id="5" name="표 4">
            <a:extLst>
              <a:ext uri="{FF2B5EF4-FFF2-40B4-BE49-F238E27FC236}">
                <a16:creationId xmlns:a16="http://schemas.microsoft.com/office/drawing/2014/main" id="{49044B70-0DB3-8E3F-42DE-F19A48007AAB}"/>
              </a:ext>
            </a:extLst>
          </p:cNvPr>
          <p:cNvGraphicFramePr>
            <a:graphicFrameLocks noGrp="1"/>
          </p:cNvGraphicFramePr>
          <p:nvPr>
            <p:extLst>
              <p:ext uri="{D42A27DB-BD31-4B8C-83A1-F6EECF244321}">
                <p14:modId xmlns:p14="http://schemas.microsoft.com/office/powerpoint/2010/main" val="1710796298"/>
              </p:ext>
            </p:extLst>
          </p:nvPr>
        </p:nvGraphicFramePr>
        <p:xfrm>
          <a:off x="588010" y="2743835"/>
          <a:ext cx="10934700" cy="1943100"/>
        </p:xfrm>
        <a:graphic>
          <a:graphicData uri="http://schemas.openxmlformats.org/drawingml/2006/table">
            <a:tbl>
              <a:tblPr bandRow="1">
                <a:tableStyleId>{5C22544A-7EE6-4342-B048-85BDC9FD1C3A}</a:tableStyleId>
              </a:tblPr>
              <a:tblGrid>
                <a:gridCol w="1714500">
                  <a:extLst>
                    <a:ext uri="{9D8B030D-6E8A-4147-A177-3AD203B41FA5}">
                      <a16:colId xmlns:a16="http://schemas.microsoft.com/office/drawing/2014/main" val="3723253147"/>
                    </a:ext>
                  </a:extLst>
                </a:gridCol>
                <a:gridCol w="2152650">
                  <a:extLst>
                    <a:ext uri="{9D8B030D-6E8A-4147-A177-3AD203B41FA5}">
                      <a16:colId xmlns:a16="http://schemas.microsoft.com/office/drawing/2014/main" val="130128995"/>
                    </a:ext>
                  </a:extLst>
                </a:gridCol>
                <a:gridCol w="4552950">
                  <a:extLst>
                    <a:ext uri="{9D8B030D-6E8A-4147-A177-3AD203B41FA5}">
                      <a16:colId xmlns:a16="http://schemas.microsoft.com/office/drawing/2014/main" val="4154185928"/>
                    </a:ext>
                  </a:extLst>
                </a:gridCol>
                <a:gridCol w="2514600">
                  <a:extLst>
                    <a:ext uri="{9D8B030D-6E8A-4147-A177-3AD203B41FA5}">
                      <a16:colId xmlns:a16="http://schemas.microsoft.com/office/drawing/2014/main" val="3308148550"/>
                    </a:ext>
                  </a:extLst>
                </a:gridCol>
              </a:tblGrid>
              <a:tr h="485775">
                <a:tc>
                  <a:txBody>
                    <a:bodyPr/>
                    <a:lstStyle/>
                    <a:p>
                      <a:pPr marL="0" indent="0" algn="l" fontAlgn="base">
                        <a:buNone/>
                      </a:pPr>
                      <a:r>
                        <a:rPr lang="en-US" sz="1100" b="0" i="0" u="none" strike="noStrike">
                          <a:solidFill>
                            <a:srgbClr val="FFFFFF"/>
                          </a:solidFill>
                          <a:effectLst/>
                          <a:latin typeface="Plus Jakarta Sans SemiBold"/>
                        </a:rPr>
                        <a:t>Architectural Layer</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172A"/>
                    </a:solidFill>
                  </a:tcPr>
                </a:tc>
                <a:tc>
                  <a:txBody>
                    <a:bodyPr/>
                    <a:lstStyle/>
                    <a:p>
                      <a:pPr marL="0" indent="0" algn="l" fontAlgn="base">
                        <a:buNone/>
                      </a:pPr>
                      <a:r>
                        <a:rPr lang="en-US" sz="1100" b="0" i="0" u="none" strike="noStrike">
                          <a:solidFill>
                            <a:srgbClr val="FFFFFF"/>
                          </a:solidFill>
                          <a:effectLst/>
                          <a:latin typeface="Plus Jakarta Sans SemiBold"/>
                        </a:rPr>
                        <a:t>Core Technology</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172A"/>
                    </a:solidFill>
                  </a:tcPr>
                </a:tc>
                <a:tc>
                  <a:txBody>
                    <a:bodyPr/>
                    <a:lstStyle/>
                    <a:p>
                      <a:pPr marL="0" indent="0" algn="l" fontAlgn="base">
                        <a:buNone/>
                      </a:pPr>
                      <a:r>
                        <a:rPr lang="en-US" sz="1100" b="0" i="0" u="none" strike="noStrike">
                          <a:solidFill>
                            <a:srgbClr val="FFFFFF"/>
                          </a:solidFill>
                          <a:effectLst/>
                          <a:latin typeface="Plus Jakarta Sans SemiBold"/>
                        </a:rPr>
                        <a:t>Technical Rationale</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172A"/>
                    </a:solidFill>
                  </a:tcPr>
                </a:tc>
                <a:tc>
                  <a:txBody>
                    <a:bodyPr/>
                    <a:lstStyle/>
                    <a:p>
                      <a:pPr marL="0" indent="0" algn="l" fontAlgn="base">
                        <a:buNone/>
                      </a:pPr>
                      <a:r>
                        <a:rPr lang="en-US" sz="1100" b="0" i="0" u="none" strike="noStrike">
                          <a:solidFill>
                            <a:srgbClr val="FFFFFF"/>
                          </a:solidFill>
                          <a:effectLst/>
                          <a:latin typeface="Plus Jakarta Sans SemiBold"/>
                        </a:rPr>
                        <a:t>Deployment Benefit</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F172A"/>
                    </a:solidFill>
                  </a:tcPr>
                </a:tc>
                <a:extLst>
                  <a:ext uri="{0D108BD9-81ED-4DB2-BD59-A6C34878D82A}">
                    <a16:rowId xmlns:a16="http://schemas.microsoft.com/office/drawing/2014/main" val="1864383171"/>
                  </a:ext>
                </a:extLst>
              </a:tr>
              <a:tr h="485775">
                <a:tc>
                  <a:txBody>
                    <a:bodyPr/>
                    <a:lstStyle/>
                    <a:p>
                      <a:pPr marL="0" indent="0" algn="l" fontAlgn="base">
                        <a:buNone/>
                      </a:pPr>
                      <a:r>
                        <a:rPr lang="en-US" sz="1050" b="1" i="0" u="none" strike="noStrike">
                          <a:solidFill>
                            <a:srgbClr val="475569"/>
                          </a:solidFill>
                          <a:effectLst/>
                          <a:latin typeface="Inter"/>
                        </a:rPr>
                        <a:t>Backend Core</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fontAlgn="base">
                        <a:buNone/>
                      </a:pPr>
                      <a:r>
                        <a:rPr lang="en-US" sz="1050" b="0" i="0" u="none" strike="noStrike">
                          <a:solidFill>
                            <a:srgbClr val="475569"/>
                          </a:solidFill>
                          <a:effectLst/>
                          <a:latin typeface="Inter"/>
                        </a:rPr>
                        <a:t>Python 3.11 Runtime</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fontAlgn="base">
                        <a:buNone/>
                      </a:pPr>
                      <a:r>
                        <a:rPr lang="en-US" sz="1050" b="0" i="0" u="none" strike="noStrike">
                          <a:solidFill>
                            <a:srgbClr val="475569"/>
                          </a:solidFill>
                          <a:effectLst/>
                          <a:latin typeface="Inter"/>
                        </a:rPr>
                        <a:t>High computational clarity, extensive libraries, and rapid development</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indent="0" algn="l" fontAlgn="base">
                        <a:buNone/>
                      </a:pPr>
                      <a:r>
                        <a:rPr lang="en-US" sz="1050" b="0" i="0" u="none" strike="noStrike">
                          <a:solidFill>
                            <a:srgbClr val="475569"/>
                          </a:solidFill>
                          <a:effectLst/>
                          <a:latin typeface="Inter"/>
                        </a:rPr>
                        <a:t>Rapid development velocity</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71980980"/>
                  </a:ext>
                </a:extLst>
              </a:tr>
              <a:tr h="485775">
                <a:tc>
                  <a:txBody>
                    <a:bodyPr/>
                    <a:lstStyle/>
                    <a:p>
                      <a:pPr marL="0" indent="0" algn="l" fontAlgn="base">
                        <a:buNone/>
                      </a:pPr>
                      <a:r>
                        <a:rPr lang="en-US" sz="1050" b="1" i="0" u="none" strike="noStrike">
                          <a:solidFill>
                            <a:srgbClr val="475569"/>
                          </a:solidFill>
                          <a:effectLst/>
                          <a:latin typeface="Inter"/>
                        </a:rPr>
                        <a:t>Web Framework</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StreamLit</a:t>
                      </a: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Enables fast development of interactive web applications directly in Python</a:t>
                      </a: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Simplified deployment and maintanance</a:t>
                      </a: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3214470766"/>
                  </a:ext>
                </a:extLst>
              </a:tr>
              <a:tr h="485775">
                <a:tc>
                  <a:txBody>
                    <a:bodyPr/>
                    <a:lstStyle/>
                    <a:p>
                      <a:pPr marL="0" indent="0" algn="l" fontAlgn="base">
                        <a:buNone/>
                      </a:pPr>
                      <a:r>
                        <a:rPr lang="en-US" sz="1050" b="1" i="0" u="none" strike="noStrike">
                          <a:solidFill>
                            <a:srgbClr val="475569"/>
                          </a:solidFill>
                          <a:effectLst/>
                          <a:latin typeface="Inter"/>
                        </a:rPr>
                        <a:t>User Interface</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HTML + CSS</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Provides control over page structure, layout, and visual styling</a:t>
                      </a: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tc>
                  <a:txBody>
                    <a:bodyPr/>
                    <a:lstStyle/>
                    <a:p>
                      <a:pPr marL="0" indent="0" algn="l" fontAlgn="base">
                        <a:buNone/>
                      </a:pPr>
                      <a:r>
                        <a:rPr lang="en-US" sz="1050" b="0" i="0" u="none" strike="noStrike">
                          <a:solidFill>
                            <a:srgbClr val="475569"/>
                          </a:solidFill>
                          <a:effectLst/>
                          <a:latin typeface="Inter"/>
                        </a:rPr>
                        <a:t>Clean, accessible styling and responsive</a:t>
                      </a:r>
                      <a:endParaRPr lang="en-US" b="0" i="0">
                        <a:solidFill>
                          <a:srgbClr val="000000"/>
                        </a:solidFill>
                        <a:effectLst/>
                      </a:endParaRPr>
                    </a:p>
                  </a:txBody>
                  <a:tcPr marL="63351" marR="63351" marT="25194" marB="25194"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8FAFC"/>
                    </a:solidFill>
                  </a:tcPr>
                </a:tc>
                <a:extLst>
                  <a:ext uri="{0D108BD9-81ED-4DB2-BD59-A6C34878D82A}">
                    <a16:rowId xmlns:a16="http://schemas.microsoft.com/office/drawing/2014/main" val="712545698"/>
                  </a:ext>
                </a:extLst>
              </a:tr>
            </a:tbl>
          </a:graphicData>
        </a:graphic>
      </p:graphicFrame>
    </p:spTree>
    <p:extLst>
      <p:ext uri="{BB962C8B-B14F-4D97-AF65-F5344CB8AC3E}">
        <p14:creationId xmlns:p14="http://schemas.microsoft.com/office/powerpoint/2010/main" val="10722005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695AF-D2AC-FD7F-7936-023B07259322}"/>
              </a:ext>
            </a:extLst>
          </p:cNvPr>
          <p:cNvSpPr>
            <a:spLocks noGrp="1"/>
          </p:cNvSpPr>
          <p:nvPr>
            <p:ph type="title"/>
          </p:nvPr>
        </p:nvSpPr>
        <p:spPr/>
        <p:txBody>
          <a:bodyPr>
            <a:normAutofit/>
          </a:bodyPr>
          <a:lstStyle/>
          <a:p>
            <a:r>
              <a:rPr lang="pt-BR" b="0">
                <a:ea typeface="+mj-lt"/>
                <a:cs typeface="+mj-lt"/>
              </a:rPr>
              <a:t>System Process Workflow</a:t>
            </a:r>
            <a:endParaRPr lang="pt-BR">
              <a:ea typeface="+mj-lt"/>
              <a:cs typeface="+mj-lt"/>
            </a:endParaRPr>
          </a:p>
        </p:txBody>
      </p:sp>
      <p:sp>
        <p:nvSpPr>
          <p:cNvPr id="3" name="Espaço Reservado para Conteúdo 2">
            <a:extLst>
              <a:ext uri="{FF2B5EF4-FFF2-40B4-BE49-F238E27FC236}">
                <a16:creationId xmlns:a16="http://schemas.microsoft.com/office/drawing/2014/main" id="{DD98982D-9AE7-ACB4-C9F5-3A28ADCB8DF0}"/>
              </a:ext>
            </a:extLst>
          </p:cNvPr>
          <p:cNvSpPr>
            <a:spLocks noGrp="1"/>
          </p:cNvSpPr>
          <p:nvPr>
            <p:ph idx="1"/>
          </p:nvPr>
        </p:nvSpPr>
        <p:spPr/>
        <p:txBody>
          <a:bodyPr vert="horz" lIns="91440" tIns="45720" rIns="91440" bIns="45720" rtlCol="0" anchor="t">
            <a:normAutofit/>
          </a:bodyPr>
          <a:lstStyle/>
          <a:p>
            <a:br>
              <a:rPr lang="en-US"/>
            </a:br>
            <a:br>
              <a:rPr lang="en-US"/>
            </a:br>
            <a:r>
              <a:rPr lang="en-US">
                <a:ea typeface="+mn-lt"/>
                <a:cs typeface="+mn-lt"/>
              </a:rPr>
              <a:t>The user visits the home page and learns about the game's sustainability-focused concept. Next, they start the game and choose a waste category. The player identifies the waste item and selects the correct disposal location. The system provides immediate feedback, explaining the choice and offering information on proper disposal. With correct answers, the user earns points and advances through the game stages. Finally, they track their score and progress, with the option to replay levels to improve</a:t>
            </a:r>
            <a:endParaRPr lang="en-US" sz="2100">
              <a:solidFill>
                <a:srgbClr val="E8EAED"/>
              </a:solidFill>
              <a:highlight>
                <a:srgbClr val="303134"/>
              </a:highlight>
              <a:latin typeface="Arial"/>
              <a:cs typeface="Arial"/>
            </a:endParaRPr>
          </a:p>
        </p:txBody>
      </p:sp>
    </p:spTree>
    <p:extLst>
      <p:ext uri="{BB962C8B-B14F-4D97-AF65-F5344CB8AC3E}">
        <p14:creationId xmlns:p14="http://schemas.microsoft.com/office/powerpoint/2010/main" val="20874610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E5A38C1-B0EB-12AA-4960-BFE9DB342A93}"/>
              </a:ext>
            </a:extLst>
          </p:cNvPr>
          <p:cNvSpPr txBox="1"/>
          <p:nvPr/>
        </p:nvSpPr>
        <p:spPr>
          <a:xfrm>
            <a:off x="386080" y="294640"/>
            <a:ext cx="4886960" cy="43088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sz="2200"/>
              <a:t>Interactive System Prototype</a:t>
            </a:r>
          </a:p>
        </p:txBody>
      </p:sp>
      <p:pic>
        <p:nvPicPr>
          <p:cNvPr id="6" name="그림 5">
            <a:extLst>
              <a:ext uri="{FF2B5EF4-FFF2-40B4-BE49-F238E27FC236}">
                <a16:creationId xmlns:a16="http://schemas.microsoft.com/office/drawing/2014/main" id="{04F6899B-D4EA-47E3-8B8D-A53922126417}"/>
              </a:ext>
            </a:extLst>
          </p:cNvPr>
          <p:cNvPicPr>
            <a:picLocks noChangeAspect="1"/>
          </p:cNvPicPr>
          <p:nvPr/>
        </p:nvPicPr>
        <p:blipFill>
          <a:blip r:embed="rId2"/>
          <a:stretch>
            <a:fillRect/>
          </a:stretch>
        </p:blipFill>
        <p:spPr>
          <a:xfrm>
            <a:off x="6093618" y="162560"/>
            <a:ext cx="5816284" cy="6512560"/>
          </a:xfrm>
          <a:prstGeom prst="rect">
            <a:avLst/>
          </a:prstGeom>
        </p:spPr>
      </p:pic>
      <p:sp>
        <p:nvSpPr>
          <p:cNvPr id="7" name="TextBox 6">
            <a:extLst>
              <a:ext uri="{FF2B5EF4-FFF2-40B4-BE49-F238E27FC236}">
                <a16:creationId xmlns:a16="http://schemas.microsoft.com/office/drawing/2014/main" id="{94F47FD7-2DD3-665E-344E-3DADFF3C06BD}"/>
              </a:ext>
            </a:extLst>
          </p:cNvPr>
          <p:cNvSpPr txBox="1"/>
          <p:nvPr/>
        </p:nvSpPr>
        <p:spPr>
          <a:xfrm>
            <a:off x="487679" y="2407920"/>
            <a:ext cx="4460239" cy="369332"/>
          </a:xfrm>
          <a:prstGeom prst="rect">
            <a:avLst/>
          </a:prstGeom>
          <a:noFill/>
          <a:ln>
            <a:solidFill>
              <a:srgbClr val="2791B8"/>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solidFill>
                  <a:schemeClr val="tx2"/>
                </a:solidFill>
              </a:rPr>
              <a:t>Interactive game menus</a:t>
            </a:r>
          </a:p>
        </p:txBody>
      </p:sp>
      <p:sp>
        <p:nvSpPr>
          <p:cNvPr id="9" name="TextBox 8">
            <a:extLst>
              <a:ext uri="{FF2B5EF4-FFF2-40B4-BE49-F238E27FC236}">
                <a16:creationId xmlns:a16="http://schemas.microsoft.com/office/drawing/2014/main" id="{8C5AC876-2F57-ECB8-7561-9E0D4F658CA1}"/>
              </a:ext>
            </a:extLst>
          </p:cNvPr>
          <p:cNvSpPr txBox="1"/>
          <p:nvPr/>
        </p:nvSpPr>
        <p:spPr>
          <a:xfrm>
            <a:off x="457200" y="2936239"/>
            <a:ext cx="45008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altLang="en-US"/>
              <a:t>The clean and minimalistic menu allows the player to acess the contents of the game in a intuitive and pratical manner</a:t>
            </a:r>
          </a:p>
        </p:txBody>
      </p:sp>
    </p:spTree>
    <p:extLst>
      <p:ext uri="{BB962C8B-B14F-4D97-AF65-F5344CB8AC3E}">
        <p14:creationId xmlns:p14="http://schemas.microsoft.com/office/powerpoint/2010/main" val="14665412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EAD2758-B01C-D33C-D0CF-272B807BD07F}"/>
              </a:ext>
            </a:extLst>
          </p:cNvPr>
          <p:cNvSpPr>
            <a:spLocks noGrp="1"/>
          </p:cNvSpPr>
          <p:nvPr>
            <p:ph type="title"/>
          </p:nvPr>
        </p:nvSpPr>
        <p:spPr>
          <a:xfrm>
            <a:off x="285496" y="257125"/>
            <a:ext cx="5523484" cy="377182"/>
          </a:xfrm>
        </p:spPr>
        <p:txBody>
          <a:bodyPr>
            <a:normAutofit fontScale="90000"/>
          </a:bodyPr>
          <a:lstStyle/>
          <a:p>
            <a:r>
              <a:rPr lang="en-US" altLang="ko-KR" sz="2600">
                <a:solidFill>
                  <a:srgbClr val="0F172A"/>
                </a:solidFill>
                <a:ea typeface="+mj-lt"/>
                <a:cs typeface="+mj-lt"/>
              </a:rPr>
              <a:t>Anticipated project impact</a:t>
            </a:r>
          </a:p>
          <a:p>
            <a:endParaRPr lang="ko-KR" altLang="en-US"/>
          </a:p>
        </p:txBody>
      </p:sp>
      <p:sp>
        <p:nvSpPr>
          <p:cNvPr id="7" name="TextBox 6">
            <a:extLst>
              <a:ext uri="{FF2B5EF4-FFF2-40B4-BE49-F238E27FC236}">
                <a16:creationId xmlns:a16="http://schemas.microsoft.com/office/drawing/2014/main" id="{68B3E0BA-D14F-7E47-86D9-86988CBD4873}"/>
              </a:ext>
            </a:extLst>
          </p:cNvPr>
          <p:cNvSpPr txBox="1"/>
          <p:nvPr/>
        </p:nvSpPr>
        <p:spPr>
          <a:xfrm>
            <a:off x="6553200" y="2255520"/>
            <a:ext cx="5019040" cy="630942"/>
          </a:xfrm>
          <a:prstGeom prst="rect">
            <a:avLst/>
          </a:prstGeom>
          <a:noFill/>
          <a:ln>
            <a:solidFill>
              <a:srgbClr val="2791B8"/>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1700" err="1">
                <a:solidFill>
                  <a:srgbClr val="0F172A"/>
                </a:solidFill>
                <a:ea typeface="+mn-lt"/>
                <a:cs typeface="+mn-lt"/>
              </a:rPr>
              <a:t>Expected</a:t>
            </a:r>
            <a:r>
              <a:rPr lang="ko-KR" sz="1700">
                <a:solidFill>
                  <a:srgbClr val="0F172A"/>
                </a:solidFill>
                <a:ea typeface="+mn-lt"/>
                <a:cs typeface="+mn-lt"/>
              </a:rPr>
              <a:t> </a:t>
            </a:r>
            <a:r>
              <a:rPr lang="ko-KR" sz="1700" err="1">
                <a:solidFill>
                  <a:srgbClr val="0F172A"/>
                </a:solidFill>
                <a:ea typeface="+mn-lt"/>
                <a:cs typeface="+mn-lt"/>
              </a:rPr>
              <a:t>Operational</a:t>
            </a:r>
            <a:r>
              <a:rPr lang="ko-KR" sz="1700">
                <a:solidFill>
                  <a:srgbClr val="0F172A"/>
                </a:solidFill>
                <a:ea typeface="+mn-lt"/>
                <a:cs typeface="+mn-lt"/>
              </a:rPr>
              <a:t> </a:t>
            </a:r>
            <a:r>
              <a:rPr lang="ko-KR" sz="1700" err="1">
                <a:solidFill>
                  <a:srgbClr val="0F172A"/>
                </a:solidFill>
                <a:ea typeface="+mn-lt"/>
                <a:cs typeface="+mn-lt"/>
              </a:rPr>
              <a:t>Contributions</a:t>
            </a:r>
            <a:endParaRPr lang="ko-KR" err="1"/>
          </a:p>
          <a:p>
            <a:pPr algn="l"/>
            <a:endParaRPr lang="ko-KR" altLang="en-US"/>
          </a:p>
        </p:txBody>
      </p:sp>
      <p:sp>
        <p:nvSpPr>
          <p:cNvPr id="9" name="TextBox 8">
            <a:extLst>
              <a:ext uri="{FF2B5EF4-FFF2-40B4-BE49-F238E27FC236}">
                <a16:creationId xmlns:a16="http://schemas.microsoft.com/office/drawing/2014/main" id="{40DDD647-FCE8-29F5-2D40-19DD4BB48685}"/>
              </a:ext>
            </a:extLst>
          </p:cNvPr>
          <p:cNvSpPr txBox="1"/>
          <p:nvPr/>
        </p:nvSpPr>
        <p:spPr>
          <a:xfrm>
            <a:off x="6553200" y="2987040"/>
            <a:ext cx="5232400" cy="4368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ko-KR" altLang="en-US"/>
          </a:p>
        </p:txBody>
      </p:sp>
      <p:sp>
        <p:nvSpPr>
          <p:cNvPr id="11" name="TextBox 10">
            <a:extLst>
              <a:ext uri="{FF2B5EF4-FFF2-40B4-BE49-F238E27FC236}">
                <a16:creationId xmlns:a16="http://schemas.microsoft.com/office/drawing/2014/main" id="{3F0E73B6-E609-4978-A0A0-650206443216}"/>
              </a:ext>
            </a:extLst>
          </p:cNvPr>
          <p:cNvSpPr txBox="1"/>
          <p:nvPr/>
        </p:nvSpPr>
        <p:spPr>
          <a:xfrm>
            <a:off x="6624320" y="3210560"/>
            <a:ext cx="5283200" cy="3352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ko-KR" altLang="en-US"/>
          </a:p>
        </p:txBody>
      </p:sp>
      <p:sp>
        <p:nvSpPr>
          <p:cNvPr id="13" name="TextBox 12">
            <a:extLst>
              <a:ext uri="{FF2B5EF4-FFF2-40B4-BE49-F238E27FC236}">
                <a16:creationId xmlns:a16="http://schemas.microsoft.com/office/drawing/2014/main" id="{2040A798-8889-76A7-E005-35C063B0E2C9}"/>
              </a:ext>
            </a:extLst>
          </p:cNvPr>
          <p:cNvSpPr txBox="1"/>
          <p:nvPr/>
        </p:nvSpPr>
        <p:spPr>
          <a:xfrm>
            <a:off x="6553200" y="2987040"/>
            <a:ext cx="5019040" cy="707886"/>
          </a:xfrm>
          <a:prstGeom prst="rect">
            <a:avLst/>
          </a:prstGeom>
          <a:noFill/>
          <a:ln>
            <a:solidFill>
              <a:srgbClr val="2791B8"/>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1100" b="1" err="1">
                <a:solidFill>
                  <a:srgbClr val="475569"/>
                </a:solidFill>
                <a:ea typeface="+mn-lt"/>
                <a:cs typeface="+mn-lt"/>
              </a:rPr>
              <a:t>Enhanced</a:t>
            </a:r>
            <a:r>
              <a:rPr lang="ko-KR" sz="1100" b="1">
                <a:solidFill>
                  <a:srgbClr val="475569"/>
                </a:solidFill>
                <a:ea typeface="+mn-lt"/>
                <a:cs typeface="+mn-lt"/>
              </a:rPr>
              <a:t> </a:t>
            </a:r>
            <a:r>
              <a:rPr lang="en-US" altLang="ko-KR" sz="1100" b="1">
                <a:solidFill>
                  <a:srgbClr val="475569"/>
                </a:solidFill>
                <a:ea typeface="+mn-lt"/>
                <a:cs typeface="+mn-lt"/>
              </a:rPr>
              <a:t>Cleaning</a:t>
            </a:r>
            <a:r>
              <a:rPr lang="ko-KR" altLang="en-US" sz="1100" b="1">
                <a:solidFill>
                  <a:srgbClr val="475569"/>
                </a:solidFill>
                <a:ea typeface="+mn-lt"/>
                <a:cs typeface="+mn-lt"/>
              </a:rPr>
              <a:t> </a:t>
            </a:r>
            <a:r>
              <a:rPr lang="en-US" altLang="en-US" sz="1100" b="1">
                <a:solidFill>
                  <a:srgbClr val="475569"/>
                </a:solidFill>
                <a:ea typeface="+mn-lt"/>
                <a:cs typeface="+mn-lt"/>
              </a:rPr>
              <a:t>&amp; Sanitation</a:t>
            </a:r>
            <a:r>
              <a:rPr lang="en-US" altLang="ko-KR" sz="1100" b="1">
                <a:solidFill>
                  <a:srgbClr val="475569"/>
                </a:solidFill>
                <a:ea typeface="+mn-lt"/>
                <a:cs typeface="+mn-lt"/>
              </a:rPr>
              <a:t>:</a:t>
            </a:r>
            <a:r>
              <a:rPr lang="ko-KR" sz="1100">
                <a:solidFill>
                  <a:srgbClr val="475569"/>
                </a:solidFill>
                <a:ea typeface="+mn-lt"/>
                <a:cs typeface="+mn-lt"/>
              </a:rPr>
              <a:t> </a:t>
            </a:r>
            <a:r>
              <a:rPr lang="en-US" altLang="ko-KR" sz="1100">
                <a:solidFill>
                  <a:srgbClr val="475569"/>
                </a:solidFill>
                <a:ea typeface="+mn-lt"/>
                <a:cs typeface="+mn-lt"/>
              </a:rPr>
              <a:t>Eliminates recycling misunderstandings and promotesa cleaner enviroment</a:t>
            </a:r>
            <a:endParaRPr lang="en-US" altLang="ko-KR" sz="1100">
              <a:solidFill>
                <a:srgbClr val="475569"/>
              </a:solidFill>
            </a:endParaRPr>
          </a:p>
          <a:p>
            <a:pPr algn="l"/>
            <a:endParaRPr lang="ko-KR" altLang="en-US"/>
          </a:p>
        </p:txBody>
      </p:sp>
      <p:sp>
        <p:nvSpPr>
          <p:cNvPr id="14" name="TextBox 13">
            <a:extLst>
              <a:ext uri="{FF2B5EF4-FFF2-40B4-BE49-F238E27FC236}">
                <a16:creationId xmlns:a16="http://schemas.microsoft.com/office/drawing/2014/main" id="{C55643A9-B409-CF07-C144-489ABC6B710C}"/>
              </a:ext>
            </a:extLst>
          </p:cNvPr>
          <p:cNvSpPr txBox="1"/>
          <p:nvPr/>
        </p:nvSpPr>
        <p:spPr>
          <a:xfrm>
            <a:off x="6553200" y="3799840"/>
            <a:ext cx="5019040" cy="877163"/>
          </a:xfrm>
          <a:prstGeom prst="rect">
            <a:avLst/>
          </a:prstGeom>
          <a:noFill/>
          <a:ln>
            <a:solidFill>
              <a:srgbClr val="2791B8"/>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ko-KR" sz="1100" b="1" err="1">
                <a:solidFill>
                  <a:srgbClr val="475569"/>
                </a:solidFill>
                <a:ea typeface="+mn-lt"/>
                <a:cs typeface="+mn-lt"/>
              </a:rPr>
              <a:t>Superior</a:t>
            </a:r>
            <a:r>
              <a:rPr lang="ko-KR" sz="1100" b="1">
                <a:solidFill>
                  <a:srgbClr val="475569"/>
                </a:solidFill>
                <a:ea typeface="+mn-lt"/>
                <a:cs typeface="+mn-lt"/>
              </a:rPr>
              <a:t> </a:t>
            </a:r>
            <a:r>
              <a:rPr lang="ko-KR" sz="1100" b="1" err="1">
                <a:solidFill>
                  <a:srgbClr val="475569"/>
                </a:solidFill>
                <a:ea typeface="+mn-lt"/>
                <a:cs typeface="+mn-lt"/>
              </a:rPr>
              <a:t>Decision-Making</a:t>
            </a:r>
            <a:r>
              <a:rPr lang="ko-KR" sz="1100" b="1">
                <a:solidFill>
                  <a:srgbClr val="475569"/>
                </a:solidFill>
                <a:ea typeface="+mn-lt"/>
                <a:cs typeface="+mn-lt"/>
              </a:rPr>
              <a:t> </a:t>
            </a:r>
            <a:r>
              <a:rPr lang="ko-KR" sz="1100" b="1" err="1">
                <a:solidFill>
                  <a:srgbClr val="475569"/>
                </a:solidFill>
                <a:ea typeface="+mn-lt"/>
                <a:cs typeface="+mn-lt"/>
              </a:rPr>
              <a:t>Control</a:t>
            </a:r>
            <a:r>
              <a:rPr lang="ko-KR" sz="1100" b="1">
                <a:solidFill>
                  <a:srgbClr val="475569"/>
                </a:solidFill>
                <a:ea typeface="+mn-lt"/>
                <a:cs typeface="+mn-lt"/>
              </a:rPr>
              <a:t>:</a:t>
            </a:r>
            <a:r>
              <a:rPr lang="ko-KR" sz="1100">
                <a:solidFill>
                  <a:srgbClr val="475569"/>
                </a:solidFill>
                <a:ea typeface="+mn-lt"/>
                <a:cs typeface="+mn-lt"/>
              </a:rPr>
              <a:t> </a:t>
            </a:r>
            <a:r>
              <a:rPr lang="ko-KR" sz="1100" err="1">
                <a:solidFill>
                  <a:srgbClr val="475569"/>
                </a:solidFill>
                <a:ea typeface="+mn-lt"/>
                <a:cs typeface="+mn-lt"/>
              </a:rPr>
              <a:t>Dynamic</a:t>
            </a:r>
            <a:r>
              <a:rPr lang="ko-KR" sz="1100">
                <a:solidFill>
                  <a:srgbClr val="475569"/>
                </a:solidFill>
                <a:ea typeface="+mn-lt"/>
                <a:cs typeface="+mn-lt"/>
              </a:rPr>
              <a:t> </a:t>
            </a:r>
            <a:r>
              <a:rPr lang="ko-KR" sz="1100" err="1">
                <a:solidFill>
                  <a:srgbClr val="475569"/>
                </a:solidFill>
                <a:ea typeface="+mn-lt"/>
                <a:cs typeface="+mn-lt"/>
              </a:rPr>
              <a:t>project</a:t>
            </a:r>
            <a:r>
              <a:rPr lang="ko-KR" sz="1100">
                <a:solidFill>
                  <a:srgbClr val="475569"/>
                </a:solidFill>
                <a:ea typeface="+mn-lt"/>
                <a:cs typeface="+mn-lt"/>
              </a:rPr>
              <a:t> </a:t>
            </a:r>
            <a:r>
              <a:rPr lang="ko-KR" sz="1100" err="1">
                <a:solidFill>
                  <a:srgbClr val="475569"/>
                </a:solidFill>
                <a:ea typeface="+mn-lt"/>
                <a:cs typeface="+mn-lt"/>
              </a:rPr>
              <a:t>health</a:t>
            </a:r>
            <a:r>
              <a:rPr lang="ko-KR" sz="1100">
                <a:solidFill>
                  <a:srgbClr val="475569"/>
                </a:solidFill>
                <a:ea typeface="+mn-lt"/>
                <a:cs typeface="+mn-lt"/>
              </a:rPr>
              <a:t> </a:t>
            </a:r>
            <a:r>
              <a:rPr lang="ko-KR" sz="1100" err="1">
                <a:solidFill>
                  <a:srgbClr val="475569"/>
                </a:solidFill>
                <a:ea typeface="+mn-lt"/>
                <a:cs typeface="+mn-lt"/>
              </a:rPr>
              <a:t>indicators</a:t>
            </a:r>
            <a:r>
              <a:rPr lang="ko-KR" sz="1100">
                <a:solidFill>
                  <a:srgbClr val="475569"/>
                </a:solidFill>
                <a:ea typeface="+mn-lt"/>
                <a:cs typeface="+mn-lt"/>
              </a:rPr>
              <a:t> and </a:t>
            </a:r>
            <a:r>
              <a:rPr lang="ko-KR" sz="1100" err="1">
                <a:solidFill>
                  <a:srgbClr val="475569"/>
                </a:solidFill>
                <a:ea typeface="+mn-lt"/>
                <a:cs typeface="+mn-lt"/>
              </a:rPr>
              <a:t>structured</a:t>
            </a:r>
            <a:r>
              <a:rPr lang="ko-KR" sz="1100">
                <a:solidFill>
                  <a:srgbClr val="475569"/>
                </a:solidFill>
                <a:ea typeface="+mn-lt"/>
                <a:cs typeface="+mn-lt"/>
              </a:rPr>
              <a:t> </a:t>
            </a:r>
            <a:r>
              <a:rPr lang="ko-KR" sz="1100" err="1">
                <a:solidFill>
                  <a:srgbClr val="475569"/>
                </a:solidFill>
                <a:ea typeface="+mn-lt"/>
                <a:cs typeface="+mn-lt"/>
              </a:rPr>
              <a:t>activity</a:t>
            </a:r>
            <a:r>
              <a:rPr lang="ko-KR" sz="1100">
                <a:solidFill>
                  <a:srgbClr val="475569"/>
                </a:solidFill>
                <a:ea typeface="+mn-lt"/>
                <a:cs typeface="+mn-lt"/>
              </a:rPr>
              <a:t> </a:t>
            </a:r>
            <a:r>
              <a:rPr lang="ko-KR" sz="1100" err="1">
                <a:solidFill>
                  <a:srgbClr val="475569"/>
                </a:solidFill>
                <a:ea typeface="+mn-lt"/>
                <a:cs typeface="+mn-lt"/>
              </a:rPr>
              <a:t>breakdowns</a:t>
            </a:r>
            <a:r>
              <a:rPr lang="ko-KR" sz="1100">
                <a:solidFill>
                  <a:srgbClr val="475569"/>
                </a:solidFill>
                <a:ea typeface="+mn-lt"/>
                <a:cs typeface="+mn-lt"/>
              </a:rPr>
              <a:t> </a:t>
            </a:r>
            <a:r>
              <a:rPr lang="ko-KR" sz="1100" err="1">
                <a:solidFill>
                  <a:srgbClr val="475569"/>
                </a:solidFill>
                <a:ea typeface="+mn-lt"/>
                <a:cs typeface="+mn-lt"/>
              </a:rPr>
              <a:t>empower</a:t>
            </a:r>
            <a:r>
              <a:rPr lang="ko-KR" sz="1100">
                <a:solidFill>
                  <a:srgbClr val="475569"/>
                </a:solidFill>
                <a:ea typeface="+mn-lt"/>
                <a:cs typeface="+mn-lt"/>
              </a:rPr>
              <a:t> </a:t>
            </a:r>
            <a:r>
              <a:rPr lang="ko-KR" sz="1100" err="1">
                <a:solidFill>
                  <a:srgbClr val="475569"/>
                </a:solidFill>
                <a:ea typeface="+mn-lt"/>
                <a:cs typeface="+mn-lt"/>
              </a:rPr>
              <a:t>stakeholders</a:t>
            </a:r>
            <a:r>
              <a:rPr lang="ko-KR" sz="1100">
                <a:solidFill>
                  <a:srgbClr val="475569"/>
                </a:solidFill>
                <a:ea typeface="+mn-lt"/>
                <a:cs typeface="+mn-lt"/>
              </a:rPr>
              <a:t> </a:t>
            </a:r>
            <a:r>
              <a:rPr lang="ko-KR" sz="1100" err="1">
                <a:solidFill>
                  <a:srgbClr val="475569"/>
                </a:solidFill>
                <a:ea typeface="+mn-lt"/>
                <a:cs typeface="+mn-lt"/>
              </a:rPr>
              <a:t>to</a:t>
            </a:r>
            <a:r>
              <a:rPr lang="ko-KR" sz="1100">
                <a:solidFill>
                  <a:srgbClr val="475569"/>
                </a:solidFill>
                <a:ea typeface="+mn-lt"/>
                <a:cs typeface="+mn-lt"/>
              </a:rPr>
              <a:t> </a:t>
            </a:r>
            <a:r>
              <a:rPr lang="ko-KR" sz="1100" err="1">
                <a:solidFill>
                  <a:srgbClr val="475569"/>
                </a:solidFill>
                <a:ea typeface="+mn-lt"/>
                <a:cs typeface="+mn-lt"/>
              </a:rPr>
              <a:t>allocate</a:t>
            </a:r>
            <a:r>
              <a:rPr lang="ko-KR" sz="1100">
                <a:solidFill>
                  <a:srgbClr val="475569"/>
                </a:solidFill>
                <a:ea typeface="+mn-lt"/>
                <a:cs typeface="+mn-lt"/>
              </a:rPr>
              <a:t> </a:t>
            </a:r>
            <a:r>
              <a:rPr lang="ko-KR" sz="1100" err="1">
                <a:solidFill>
                  <a:srgbClr val="475569"/>
                </a:solidFill>
                <a:ea typeface="+mn-lt"/>
                <a:cs typeface="+mn-lt"/>
              </a:rPr>
              <a:t>resources</a:t>
            </a:r>
            <a:r>
              <a:rPr lang="ko-KR" sz="1100">
                <a:solidFill>
                  <a:srgbClr val="475569"/>
                </a:solidFill>
                <a:ea typeface="+mn-lt"/>
                <a:cs typeface="+mn-lt"/>
              </a:rPr>
              <a:t> </a:t>
            </a:r>
            <a:r>
              <a:rPr lang="ko-KR" sz="1100" err="1">
                <a:solidFill>
                  <a:srgbClr val="475569"/>
                </a:solidFill>
                <a:ea typeface="+mn-lt"/>
                <a:cs typeface="+mn-lt"/>
              </a:rPr>
              <a:t>with</a:t>
            </a:r>
            <a:r>
              <a:rPr lang="ko-KR" sz="1100">
                <a:solidFill>
                  <a:srgbClr val="475569"/>
                </a:solidFill>
                <a:ea typeface="+mn-lt"/>
                <a:cs typeface="+mn-lt"/>
              </a:rPr>
              <a:t> </a:t>
            </a:r>
            <a:r>
              <a:rPr lang="ko-KR" sz="1100" err="1">
                <a:solidFill>
                  <a:srgbClr val="475569"/>
                </a:solidFill>
                <a:ea typeface="+mn-lt"/>
                <a:cs typeface="+mn-lt"/>
              </a:rPr>
              <a:t>precision</a:t>
            </a:r>
            <a:r>
              <a:rPr lang="ko-KR" sz="1100">
                <a:solidFill>
                  <a:srgbClr val="475569"/>
                </a:solidFill>
                <a:ea typeface="+mn-lt"/>
                <a:cs typeface="+mn-lt"/>
              </a:rPr>
              <a:t>.</a:t>
            </a:r>
            <a:endParaRPr lang="ko-KR"/>
          </a:p>
          <a:p>
            <a:pPr algn="l"/>
            <a:endParaRPr lang="ko-KR" altLang="en-US"/>
          </a:p>
        </p:txBody>
      </p:sp>
    </p:spTree>
    <p:extLst>
      <p:ext uri="{BB962C8B-B14F-4D97-AF65-F5344CB8AC3E}">
        <p14:creationId xmlns:p14="http://schemas.microsoft.com/office/powerpoint/2010/main" val="123679036"/>
      </p:ext>
    </p:extLst>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Bjorn">
      <a:majorFont>
        <a:latin typeface="Neue Haas Grotesk Text Pro"/>
        <a:ea typeface=""/>
        <a:cs typeface=""/>
      </a:majorFont>
      <a:minorFont>
        <a:latin typeface="Neue Haas Grotesk Text Pro"/>
        <a:ea typeface=""/>
        <a:cs typeface=""/>
      </a:minorFont>
    </a:fontScheme>
    <a:fmtScheme name="Bjorn">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58E17CF6-1BD7-439C-B13C-57B478723B62}" vid="{983041D9-13D3-43F3-B671-446E6DAE8C90}"/>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12</Slides>
  <Notes>0</Notes>
  <HiddenSlides>1</HiddenSlides>
  <ScaleCrop>false</ScaleCrop>
  <HeadingPairs>
    <vt:vector size="4" baseType="variant">
      <vt:variant>
        <vt:lpstr>Tema</vt:lpstr>
      </vt:variant>
      <vt:variant>
        <vt:i4>1</vt:i4>
      </vt:variant>
      <vt:variant>
        <vt:lpstr>Títulos de slides</vt:lpstr>
      </vt:variant>
      <vt:variant>
        <vt:i4>12</vt:i4>
      </vt:variant>
    </vt:vector>
  </HeadingPairs>
  <TitlesOfParts>
    <vt:vector size="13" baseType="lpstr">
      <vt:lpstr>Bjorn</vt:lpstr>
      <vt:lpstr>Apresentação do PowerPoint</vt:lpstr>
      <vt:lpstr>Apresentação do PowerPoint</vt:lpstr>
      <vt:lpstr>Problems and lacunes</vt:lpstr>
      <vt:lpstr>Apresentação do PowerPoint</vt:lpstr>
      <vt:lpstr>Personas do Publico-Alvo</vt:lpstr>
      <vt:lpstr> </vt:lpstr>
      <vt:lpstr>CORE USECASE CHARACTERISTICS</vt:lpstr>
      <vt:lpstr> </vt:lpstr>
      <vt:lpstr>Technology Infrastructure </vt:lpstr>
      <vt:lpstr>System Process Workflow</vt:lpstr>
      <vt:lpstr>Apresentação do PowerPoint</vt:lpstr>
      <vt:lpstr>Anticipated project impact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KOREAITDASAN</dc:creator>
  <cp:revision>3</cp:revision>
  <dcterms:created xsi:type="dcterms:W3CDTF">2026-09-18T04:59:05Z</dcterms:created>
  <dcterms:modified xsi:type="dcterms:W3CDTF">2026-09-18T07:47:40Z</dcterms:modified>
</cp:coreProperties>
</file>