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6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Guilherme:Desenvolvedor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sz="240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Integração/DevOps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762000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6006" y="2778442"/>
            <a:ext cx="8196224" cy="54616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E1729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E1729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E1729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E1729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E1729"/>
                </a:solidFill>
                <a:latin typeface="Arial"/>
                <a:cs typeface="Arial"/>
              </a:rPr>
              <a:t>Workflow</a:t>
            </a:r>
            <a:endParaRPr sz="3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9490" y="1783079"/>
            <a:ext cx="12022768" cy="85006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014" y="4115752"/>
          <a:ext cx="16459200" cy="2880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StreamLit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686</Words>
  <Application>Microsoft Office PowerPoint</Application>
  <PresentationFormat>Personalizar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1</cp:revision>
  <dcterms:created xsi:type="dcterms:W3CDTF">2026-09-22T02:33:00Z</dcterms:created>
  <dcterms:modified xsi:type="dcterms:W3CDTF">2026-09-22T02:35:22Z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